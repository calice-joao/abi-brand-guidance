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41"/>
  </p:notesMasterIdLst>
  <p:sldIdLst>
    <p:sldId id="326" r:id="rId5"/>
    <p:sldId id="377" r:id="rId6"/>
    <p:sldId id="376" r:id="rId7"/>
    <p:sldId id="370" r:id="rId8"/>
    <p:sldId id="371" r:id="rId9"/>
    <p:sldId id="329" r:id="rId10"/>
    <p:sldId id="330" r:id="rId11"/>
    <p:sldId id="331" r:id="rId12"/>
    <p:sldId id="332" r:id="rId13"/>
    <p:sldId id="333" r:id="rId14"/>
    <p:sldId id="334" r:id="rId15"/>
    <p:sldId id="335" r:id="rId16"/>
    <p:sldId id="336" r:id="rId17"/>
    <p:sldId id="337" r:id="rId18"/>
    <p:sldId id="373" r:id="rId19"/>
    <p:sldId id="381" r:id="rId20"/>
    <p:sldId id="382" r:id="rId21"/>
    <p:sldId id="383" r:id="rId22"/>
    <p:sldId id="375" r:id="rId23"/>
    <p:sldId id="378" r:id="rId24"/>
    <p:sldId id="379" r:id="rId25"/>
    <p:sldId id="349" r:id="rId26"/>
    <p:sldId id="350" r:id="rId27"/>
    <p:sldId id="351" r:id="rId28"/>
    <p:sldId id="352" r:id="rId29"/>
    <p:sldId id="353" r:id="rId30"/>
    <p:sldId id="354" r:id="rId31"/>
    <p:sldId id="355" r:id="rId32"/>
    <p:sldId id="356" r:id="rId33"/>
    <p:sldId id="358" r:id="rId34"/>
    <p:sldId id="366" r:id="rId35"/>
    <p:sldId id="359" r:id="rId36"/>
    <p:sldId id="367" r:id="rId37"/>
    <p:sldId id="360" r:id="rId38"/>
    <p:sldId id="361" r:id="rId39"/>
    <p:sldId id="369" r:id="rId4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vers" id="{F94078EB-8810-9B43-B8C4-5801543BA16A}">
          <p14:sldIdLst>
            <p14:sldId id="326"/>
            <p14:sldId id="377"/>
            <p14:sldId id="376"/>
            <p14:sldId id="370"/>
            <p14:sldId id="371"/>
            <p14:sldId id="329"/>
            <p14:sldId id="330"/>
            <p14:sldId id="331"/>
            <p14:sldId id="332"/>
            <p14:sldId id="333"/>
            <p14:sldId id="334"/>
            <p14:sldId id="335"/>
          </p14:sldIdLst>
        </p14:section>
        <p14:section name="Agenda" id="{785D3AF0-C9FF-B949-9A6E-03B1DDB2317F}">
          <p14:sldIdLst>
            <p14:sldId id="336"/>
            <p14:sldId id="337"/>
          </p14:sldIdLst>
        </p14:section>
        <p14:section name="Section Dividers" id="{FED0FAF5-3155-D741-87D9-726EB7A70F3B}">
          <p14:sldIdLst>
            <p14:sldId id="373"/>
            <p14:sldId id="381"/>
            <p14:sldId id="382"/>
            <p14:sldId id="383"/>
            <p14:sldId id="375"/>
          </p14:sldIdLst>
        </p14:section>
        <p14:section name="Quotes &amp; Big Statements" id="{1D4AE61F-E5E0-D245-A2ED-CEF431A132C7}">
          <p14:sldIdLst>
            <p14:sldId id="378"/>
            <p14:sldId id="379"/>
          </p14:sldIdLst>
        </p14:section>
        <p14:section name="Body Slides" id="{20A68C3B-F05D-0F47-A023-16F8B4B6443D}">
          <p14:sldIdLst>
            <p14:sldId id="349"/>
            <p14:sldId id="350"/>
            <p14:sldId id="351"/>
            <p14:sldId id="352"/>
            <p14:sldId id="353"/>
            <p14:sldId id="354"/>
            <p14:sldId id="355"/>
            <p14:sldId id="356"/>
            <p14:sldId id="358"/>
            <p14:sldId id="366"/>
            <p14:sldId id="359"/>
            <p14:sldId id="367"/>
            <p14:sldId id="360"/>
            <p14:sldId id="361"/>
          </p14:sldIdLst>
        </p14:section>
        <p14:section name="Misc." id="{84172C3D-6BC5-2A43-8775-71158554B131}">
          <p14:sldIdLst>
            <p14:sldId id="3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1A33C"/>
    <a:srgbClr val="F3D713"/>
    <a:srgbClr val="F2F2F2"/>
    <a:srgbClr val="010101"/>
    <a:srgbClr val="E2BC23"/>
    <a:srgbClr val="F7C400"/>
    <a:srgbClr val="15163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21E4AEA4-8DFA-4A89-87EB-49C32662AFE0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990"/>
    <p:restoredTop sz="95695"/>
  </p:normalViewPr>
  <p:slideViewPr>
    <p:cSldViewPr snapToGrid="0" snapToObjects="1">
      <p:cViewPr varScale="1">
        <p:scale>
          <a:sx n="65" d="100"/>
          <a:sy n="65" d="100"/>
        </p:scale>
        <p:origin x="84" y="2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presProps" Target="pres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viewProps" Target="view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microsoft.com/office/2016/11/relationships/changesInfo" Target="changesInfos/changesInfo1.xml"/><Relationship Id="rId20" Type="http://schemas.openxmlformats.org/officeDocument/2006/relationships/slide" Target="slides/slide16.xml"/><Relationship Id="rId41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esar, Karah" userId="S::karah.cesar@ab-inbev.com::31088c1d-83c1-4d2a-86c5-18062e89ce4f" providerId="AD" clId="Web-{B7A6F1F2-37C7-3C65-13A7-C3106A4297C9}"/>
    <pc:docChg chg="modSld">
      <pc:chgData name="Cesar, Karah" userId="S::karah.cesar@ab-inbev.com::31088c1d-83c1-4d2a-86c5-18062e89ce4f" providerId="AD" clId="Web-{B7A6F1F2-37C7-3C65-13A7-C3106A4297C9}" dt="2022-05-10T16:12:25.942" v="4" actId="20577"/>
      <pc:docMkLst>
        <pc:docMk/>
      </pc:docMkLst>
      <pc:sldChg chg="modSp">
        <pc:chgData name="Cesar, Karah" userId="S::karah.cesar@ab-inbev.com::31088c1d-83c1-4d2a-86c5-18062e89ce4f" providerId="AD" clId="Web-{B7A6F1F2-37C7-3C65-13A7-C3106A4297C9}" dt="2022-05-10T16:12:25.942" v="4" actId="20577"/>
        <pc:sldMkLst>
          <pc:docMk/>
          <pc:sldMk cId="648256949" sldId="350"/>
        </pc:sldMkLst>
        <pc:spChg chg="mod">
          <ac:chgData name="Cesar, Karah" userId="S::karah.cesar@ab-inbev.com::31088c1d-83c1-4d2a-86c5-18062e89ce4f" providerId="AD" clId="Web-{B7A6F1F2-37C7-3C65-13A7-C3106A4297C9}" dt="2022-05-10T16:12:25.942" v="4" actId="20577"/>
          <ac:spMkLst>
            <pc:docMk/>
            <pc:sldMk cId="648256949" sldId="350"/>
            <ac:spMk id="3" creationId="{6734A91B-D2B5-3340-864A-CDB62C800C20}"/>
          </ac:spMkLst>
        </pc:spChg>
      </pc:sldChg>
    </pc:docChg>
  </pc:docChgLst>
  <pc:docChgLst>
    <pc:chgData name="Cesar, Karah" userId="31088c1d-83c1-4d2a-86c5-18062e89ce4f" providerId="ADAL" clId="{AE3CFEAF-8856-FC4A-A61D-B96FA25C1FFF}"/>
    <pc:docChg chg="custSel modSld">
      <pc:chgData name="Cesar, Karah" userId="31088c1d-83c1-4d2a-86c5-18062e89ce4f" providerId="ADAL" clId="{AE3CFEAF-8856-FC4A-A61D-B96FA25C1FFF}" dt="2022-03-10T23:03:17.079" v="42" actId="478"/>
      <pc:docMkLst>
        <pc:docMk/>
      </pc:docMkLst>
      <pc:sldChg chg="addSp delSp modSp mod">
        <pc:chgData name="Cesar, Karah" userId="31088c1d-83c1-4d2a-86c5-18062e89ce4f" providerId="ADAL" clId="{AE3CFEAF-8856-FC4A-A61D-B96FA25C1FFF}" dt="2022-03-10T23:03:17.079" v="42" actId="478"/>
        <pc:sldMkLst>
          <pc:docMk/>
          <pc:sldMk cId="648256949" sldId="350"/>
        </pc:sldMkLst>
        <pc:spChg chg="del">
          <ac:chgData name="Cesar, Karah" userId="31088c1d-83c1-4d2a-86c5-18062e89ce4f" providerId="ADAL" clId="{AE3CFEAF-8856-FC4A-A61D-B96FA25C1FFF}" dt="2022-03-10T22:54:17.069" v="27" actId="478"/>
          <ac:spMkLst>
            <pc:docMk/>
            <pc:sldMk cId="648256949" sldId="350"/>
            <ac:spMk id="2" creationId="{53A514DB-8289-074B-A3F5-5B3757C61C19}"/>
          </ac:spMkLst>
        </pc:spChg>
        <pc:spChg chg="mod">
          <ac:chgData name="Cesar, Karah" userId="31088c1d-83c1-4d2a-86c5-18062e89ce4f" providerId="ADAL" clId="{AE3CFEAF-8856-FC4A-A61D-B96FA25C1FFF}" dt="2022-03-10T22:54:13.590" v="26" actId="20577"/>
          <ac:spMkLst>
            <pc:docMk/>
            <pc:sldMk cId="648256949" sldId="350"/>
            <ac:spMk id="3" creationId="{6734A91B-D2B5-3340-864A-CDB62C800C20}"/>
          </ac:spMkLst>
        </pc:spChg>
        <pc:spChg chg="del mod">
          <ac:chgData name="Cesar, Karah" userId="31088c1d-83c1-4d2a-86c5-18062e89ce4f" providerId="ADAL" clId="{AE3CFEAF-8856-FC4A-A61D-B96FA25C1FFF}" dt="2022-03-10T23:03:17.079" v="42" actId="478"/>
          <ac:spMkLst>
            <pc:docMk/>
            <pc:sldMk cId="648256949" sldId="350"/>
            <ac:spMk id="4" creationId="{7F1289CB-6E20-424D-9B60-6A6E0C0C14DB}"/>
          </ac:spMkLst>
        </pc:spChg>
        <pc:spChg chg="add del mod">
          <ac:chgData name="Cesar, Karah" userId="31088c1d-83c1-4d2a-86c5-18062e89ce4f" providerId="ADAL" clId="{AE3CFEAF-8856-FC4A-A61D-B96FA25C1FFF}" dt="2022-03-10T22:54:43.571" v="33" actId="478"/>
          <ac:spMkLst>
            <pc:docMk/>
            <pc:sldMk cId="648256949" sldId="350"/>
            <ac:spMk id="7" creationId="{5BC1F722-892A-6040-B141-AED323152340}"/>
          </ac:spMkLst>
        </pc:spChg>
        <pc:spChg chg="add mod">
          <ac:chgData name="Cesar, Karah" userId="31088c1d-83c1-4d2a-86c5-18062e89ce4f" providerId="ADAL" clId="{AE3CFEAF-8856-FC4A-A61D-B96FA25C1FFF}" dt="2022-03-10T23:03:17.079" v="42" actId="478"/>
          <ac:spMkLst>
            <pc:docMk/>
            <pc:sldMk cId="648256949" sldId="350"/>
            <ac:spMk id="9" creationId="{B50E5A90-2BCD-7041-8832-CE02A7204903}"/>
          </ac:spMkLst>
        </pc:spChg>
      </pc:sldChg>
    </pc:docChg>
  </pc:docChgLst>
  <pc:docChgLst>
    <pc:chgData name="Wallen, Emily" userId="S::emily.wallen@ab-inbev.com::a496afcc-50bc-47a3-9b0c-5a0b7e3aaf70" providerId="AD" clId="Web-{694BABD0-530E-8DCD-7346-A10FFBD422F4}"/>
    <pc:docChg chg="mod">
      <pc:chgData name="Wallen, Emily" userId="S::emily.wallen@ab-inbev.com::a496afcc-50bc-47a3-9b0c-5a0b7e3aaf70" providerId="AD" clId="Web-{694BABD0-530E-8DCD-7346-A10FFBD422F4}" dt="2023-05-03T15:35:28.217" v="0" actId="33475"/>
      <pc:docMkLst>
        <pc:docMk/>
      </pc:docMkLst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Sheet1!$B$2</c:f>
              <c:numCache>
                <c:formatCode>General</c:formatCode>
                <c:ptCount val="1"/>
                <c:pt idx="0">
                  <c:v>4.3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7A6-C74D-A72E-74253E4B18E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Sheet1!$C$2</c:f>
              <c:numCache>
                <c:formatCode>General</c:formatCode>
                <c:ptCount val="1"/>
                <c:pt idx="0">
                  <c:v>2.4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7A6-C74D-A72E-74253E4B18E2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Sheet1!$D$2</c:f>
              <c:numCache>
                <c:formatCode>General</c:formatCode>
                <c:ptCount val="1"/>
                <c:pt idx="0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67A6-C74D-A72E-74253E4B18E2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Series 4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Sheet1!$E$2</c:f>
              <c:numCache>
                <c:formatCode>General</c:formatCode>
                <c:ptCount val="1"/>
                <c:pt idx="0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67A6-C74D-A72E-74253E4B18E2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Series 5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Sheet1!$F$2</c:f>
              <c:numCache>
                <c:formatCode>General</c:formatCode>
                <c:ptCount val="1"/>
                <c:pt idx="0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67A6-C74D-A72E-74253E4B18E2}"/>
            </c:ext>
          </c:extLst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Series 6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Sheet1!$G$2</c:f>
              <c:numCache>
                <c:formatCode>General</c:formatCode>
                <c:ptCount val="1"/>
                <c:pt idx="0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67A6-C74D-A72E-74253E4B18E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463128383"/>
        <c:axId val="1463732031"/>
      </c:barChart>
      <c:catAx>
        <c:axId val="146312838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63732031"/>
        <c:crosses val="autoZero"/>
        <c:auto val="1"/>
        <c:lblAlgn val="ctr"/>
        <c:lblOffset val="100"/>
        <c:noMultiLvlLbl val="0"/>
      </c:catAx>
      <c:valAx>
        <c:axId val="146373203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6312838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Chart Title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0133-F748-B426-CFB95A176B4F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0133-F748-B426-CFB95A176B4F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0133-F748-B426-CFB95A176B4F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0133-F748-B426-CFB95A176B4F}"/>
              </c:ext>
            </c:extLst>
          </c:dPt>
          <c:cat>
            <c:strRef>
              <c:f>Sheet1!$A$2:$A$5</c:f>
              <c:strCache>
                <c:ptCount val="4"/>
                <c:pt idx="0">
                  <c:v>1st Qtr</c:v>
                </c:pt>
                <c:pt idx="1">
                  <c:v>2nd Qtr</c:v>
                </c:pt>
                <c:pt idx="2">
                  <c:v>3rd Qtr</c:v>
                </c:pt>
                <c:pt idx="3">
                  <c:v>4th Qtr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802-D947-9BDA-32C52ECDEED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65"/>
      </c:doughnut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BE5FA5-48FD-0F42-955A-FE7376EA5C25}" type="datetimeFigureOut">
              <a:rPr lang="en-US" smtClean="0"/>
              <a:t>7/24/2023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98975A-C83C-4B4B-A264-2AFD70F782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26967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92264B6B-D79E-2244-91AE-D29EA8C8A3B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15541" t="8017" r="26663" b="34061"/>
          <a:stretch/>
        </p:blipFill>
        <p:spPr>
          <a:xfrm>
            <a:off x="-1" y="-11290"/>
            <a:ext cx="12192001" cy="6869290"/>
          </a:xfrm>
          <a:prstGeom prst="rect">
            <a:avLst/>
          </a:prstGeom>
        </p:spPr>
      </p:pic>
      <p:grpSp>
        <p:nvGrpSpPr>
          <p:cNvPr id="25" name="Graphic 4">
            <a:extLst>
              <a:ext uri="{FF2B5EF4-FFF2-40B4-BE49-F238E27FC236}">
                <a16:creationId xmlns:a16="http://schemas.microsoft.com/office/drawing/2014/main" id="{7E7758C5-ECC7-B540-BC94-E927D20811EE}"/>
              </a:ext>
            </a:extLst>
          </p:cNvPr>
          <p:cNvGrpSpPr/>
          <p:nvPr userDrawn="1"/>
        </p:nvGrpSpPr>
        <p:grpSpPr>
          <a:xfrm>
            <a:off x="453487" y="610181"/>
            <a:ext cx="2029870" cy="373384"/>
            <a:chOff x="497541" y="-650117"/>
            <a:chExt cx="2029870" cy="373384"/>
          </a:xfrm>
          <a:solidFill>
            <a:srgbClr val="010101"/>
          </a:solidFill>
        </p:grpSpPr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C0E54352-DA9D-6A45-8DDA-592DA4618DFE}"/>
                </a:ext>
              </a:extLst>
            </p:cNvPr>
            <p:cNvSpPr/>
            <p:nvPr/>
          </p:nvSpPr>
          <p:spPr>
            <a:xfrm>
              <a:off x="497541" y="-650117"/>
              <a:ext cx="375677" cy="373384"/>
            </a:xfrm>
            <a:custGeom>
              <a:avLst/>
              <a:gdLst>
                <a:gd name="connsiteX0" fmla="*/ 187684 w 375677"/>
                <a:gd name="connsiteY0" fmla="*/ 231177 h 373384"/>
                <a:gd name="connsiteX1" fmla="*/ 231092 w 375677"/>
                <a:gd name="connsiteY1" fmla="*/ 370542 h 373384"/>
                <a:gd name="connsiteX2" fmla="*/ 370493 w 375677"/>
                <a:gd name="connsiteY2" fmla="*/ 144178 h 373384"/>
                <a:gd name="connsiteX3" fmla="*/ 311605 w 375677"/>
                <a:gd name="connsiteY3" fmla="*/ 46614 h 373384"/>
                <a:gd name="connsiteX4" fmla="*/ 187684 w 375677"/>
                <a:gd name="connsiteY4" fmla="*/ 231177 h 373384"/>
                <a:gd name="connsiteX5" fmla="*/ 45210 w 375677"/>
                <a:gd name="connsiteY5" fmla="*/ 172958 h 373384"/>
                <a:gd name="connsiteX6" fmla="*/ 220168 w 375677"/>
                <a:gd name="connsiteY6" fmla="*/ 2895 h 373384"/>
                <a:gd name="connsiteX7" fmla="*/ 2171 w 375677"/>
                <a:gd name="connsiteY7" fmla="*/ 155143 h 373384"/>
                <a:gd name="connsiteX8" fmla="*/ 0 w 375677"/>
                <a:gd name="connsiteY8" fmla="*/ 171653 h 373384"/>
                <a:gd name="connsiteX9" fmla="*/ 45210 w 375677"/>
                <a:gd name="connsiteY9" fmla="*/ 172958 h 373384"/>
                <a:gd name="connsiteX10" fmla="*/ 38426 w 375677"/>
                <a:gd name="connsiteY10" fmla="*/ 231699 h 373384"/>
                <a:gd name="connsiteX11" fmla="*/ 2513 w 375677"/>
                <a:gd name="connsiteY11" fmla="*/ 222274 h 373384"/>
                <a:gd name="connsiteX12" fmla="*/ 158628 w 375677"/>
                <a:gd name="connsiteY12" fmla="*/ 373384 h 373384"/>
                <a:gd name="connsiteX13" fmla="*/ 38426 w 375677"/>
                <a:gd name="connsiteY13" fmla="*/ 231699 h 37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75677" h="373384">
                  <a:moveTo>
                    <a:pt x="187684" y="231177"/>
                  </a:moveTo>
                  <a:cubicBezTo>
                    <a:pt x="185300" y="281280"/>
                    <a:pt x="200669" y="330620"/>
                    <a:pt x="231092" y="370542"/>
                  </a:cubicBezTo>
                  <a:cubicBezTo>
                    <a:pt x="332213" y="346456"/>
                    <a:pt x="394624" y="245109"/>
                    <a:pt x="370493" y="144178"/>
                  </a:cubicBezTo>
                  <a:cubicBezTo>
                    <a:pt x="361450" y="106358"/>
                    <a:pt x="340875" y="72270"/>
                    <a:pt x="311605" y="46614"/>
                  </a:cubicBezTo>
                  <a:cubicBezTo>
                    <a:pt x="239091" y="80307"/>
                    <a:pt x="191340" y="151425"/>
                    <a:pt x="187684" y="231177"/>
                  </a:cubicBezTo>
                  <a:close/>
                  <a:moveTo>
                    <a:pt x="45210" y="172958"/>
                  </a:moveTo>
                  <a:cubicBezTo>
                    <a:pt x="139146" y="164779"/>
                    <a:pt x="211451" y="91726"/>
                    <a:pt x="220168" y="2895"/>
                  </a:cubicBezTo>
                  <a:cubicBezTo>
                    <a:pt x="117849" y="-15148"/>
                    <a:pt x="20248" y="53016"/>
                    <a:pt x="2171" y="155143"/>
                  </a:cubicBezTo>
                  <a:cubicBezTo>
                    <a:pt x="1203" y="160612"/>
                    <a:pt x="479" y="166120"/>
                    <a:pt x="0" y="171653"/>
                  </a:cubicBezTo>
                  <a:cubicBezTo>
                    <a:pt x="14969" y="173829"/>
                    <a:pt x="30140" y="174267"/>
                    <a:pt x="45210" y="172958"/>
                  </a:cubicBezTo>
                  <a:close/>
                  <a:moveTo>
                    <a:pt x="38426" y="231699"/>
                  </a:moveTo>
                  <a:cubicBezTo>
                    <a:pt x="26753" y="227519"/>
                    <a:pt x="14736" y="224366"/>
                    <a:pt x="2513" y="222274"/>
                  </a:cubicBezTo>
                  <a:cubicBezTo>
                    <a:pt x="17141" y="300613"/>
                    <a:pt x="79730" y="361196"/>
                    <a:pt x="158628" y="373384"/>
                  </a:cubicBezTo>
                  <a:cubicBezTo>
                    <a:pt x="156609" y="315484"/>
                    <a:pt x="109597" y="257162"/>
                    <a:pt x="38426" y="231699"/>
                  </a:cubicBezTo>
                  <a:close/>
                </a:path>
              </a:pathLst>
            </a:custGeom>
            <a:solidFill>
              <a:srgbClr val="010101"/>
            </a:solidFill>
            <a:ln w="145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8422E281-917E-B74F-B168-E31E6BB6D96F}"/>
                </a:ext>
              </a:extLst>
            </p:cNvPr>
            <p:cNvSpPr/>
            <p:nvPr/>
          </p:nvSpPr>
          <p:spPr>
            <a:xfrm>
              <a:off x="1494055" y="-622846"/>
              <a:ext cx="54246" cy="312921"/>
            </a:xfrm>
            <a:custGeom>
              <a:avLst/>
              <a:gdLst>
                <a:gd name="connsiteX0" fmla="*/ 0 w 54246"/>
                <a:gd name="connsiteY0" fmla="*/ 0 h 312921"/>
                <a:gd name="connsiteX1" fmla="*/ 54247 w 54246"/>
                <a:gd name="connsiteY1" fmla="*/ 0 h 312921"/>
                <a:gd name="connsiteX2" fmla="*/ 54247 w 54246"/>
                <a:gd name="connsiteY2" fmla="*/ 312922 h 312921"/>
                <a:gd name="connsiteX3" fmla="*/ 0 w 54246"/>
                <a:gd name="connsiteY3" fmla="*/ 312922 h 3129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246" h="312921">
                  <a:moveTo>
                    <a:pt x="0" y="0"/>
                  </a:moveTo>
                  <a:lnTo>
                    <a:pt x="54247" y="0"/>
                  </a:lnTo>
                  <a:lnTo>
                    <a:pt x="54247" y="312922"/>
                  </a:lnTo>
                  <a:lnTo>
                    <a:pt x="0" y="312922"/>
                  </a:lnTo>
                  <a:close/>
                </a:path>
              </a:pathLst>
            </a:custGeom>
            <a:solidFill>
              <a:srgbClr val="010101"/>
            </a:solidFill>
            <a:ln w="145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281E3174-F74F-F84F-90B1-8909ECE00B83}"/>
                </a:ext>
              </a:extLst>
            </p:cNvPr>
            <p:cNvSpPr/>
            <p:nvPr/>
          </p:nvSpPr>
          <p:spPr>
            <a:xfrm>
              <a:off x="1593657" y="-537104"/>
              <a:ext cx="202995" cy="227179"/>
            </a:xfrm>
            <a:custGeom>
              <a:avLst/>
              <a:gdLst>
                <a:gd name="connsiteX0" fmla="*/ 118401 w 202995"/>
                <a:gd name="connsiteY0" fmla="*/ 0 h 227179"/>
                <a:gd name="connsiteX1" fmla="*/ 48871 w 202995"/>
                <a:gd name="connsiteY1" fmla="*/ 37310 h 227179"/>
                <a:gd name="connsiteX2" fmla="*/ 48871 w 202995"/>
                <a:gd name="connsiteY2" fmla="*/ 4756 h 227179"/>
                <a:gd name="connsiteX3" fmla="*/ 0 w 202995"/>
                <a:gd name="connsiteY3" fmla="*/ 4756 h 227179"/>
                <a:gd name="connsiteX4" fmla="*/ 0 w 202995"/>
                <a:gd name="connsiteY4" fmla="*/ 227180 h 227179"/>
                <a:gd name="connsiteX5" fmla="*/ 52300 w 202995"/>
                <a:gd name="connsiteY5" fmla="*/ 227180 h 227179"/>
                <a:gd name="connsiteX6" fmla="*/ 52300 w 202995"/>
                <a:gd name="connsiteY6" fmla="*/ 109363 h 227179"/>
                <a:gd name="connsiteX7" fmla="*/ 54755 w 202995"/>
                <a:gd name="connsiteY7" fmla="*/ 84872 h 227179"/>
                <a:gd name="connsiteX8" fmla="*/ 103103 w 202995"/>
                <a:gd name="connsiteY8" fmla="*/ 46953 h 227179"/>
                <a:gd name="connsiteX9" fmla="*/ 148982 w 202995"/>
                <a:gd name="connsiteY9" fmla="*/ 85974 h 227179"/>
                <a:gd name="connsiteX10" fmla="*/ 150696 w 202995"/>
                <a:gd name="connsiteY10" fmla="*/ 109320 h 227179"/>
                <a:gd name="connsiteX11" fmla="*/ 150696 w 202995"/>
                <a:gd name="connsiteY11" fmla="*/ 227180 h 227179"/>
                <a:gd name="connsiteX12" fmla="*/ 202996 w 202995"/>
                <a:gd name="connsiteY12" fmla="*/ 227180 h 227179"/>
                <a:gd name="connsiteX13" fmla="*/ 202996 w 202995"/>
                <a:gd name="connsiteY13" fmla="*/ 95559 h 227179"/>
                <a:gd name="connsiteX14" fmla="*/ 198056 w 202995"/>
                <a:gd name="connsiteY14" fmla="*/ 56045 h 227179"/>
                <a:gd name="connsiteX15" fmla="*/ 118401 w 202995"/>
                <a:gd name="connsiteY15" fmla="*/ 0 h 227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02995" h="227179">
                  <a:moveTo>
                    <a:pt x="118401" y="0"/>
                  </a:moveTo>
                  <a:cubicBezTo>
                    <a:pt x="91394" y="0"/>
                    <a:pt x="65549" y="10150"/>
                    <a:pt x="48871" y="37310"/>
                  </a:cubicBezTo>
                  <a:lnTo>
                    <a:pt x="48871" y="4756"/>
                  </a:lnTo>
                  <a:lnTo>
                    <a:pt x="0" y="4756"/>
                  </a:lnTo>
                  <a:lnTo>
                    <a:pt x="0" y="227180"/>
                  </a:lnTo>
                  <a:lnTo>
                    <a:pt x="52300" y="227180"/>
                  </a:lnTo>
                  <a:lnTo>
                    <a:pt x="52300" y="109363"/>
                  </a:lnTo>
                  <a:cubicBezTo>
                    <a:pt x="52167" y="101132"/>
                    <a:pt x="52991" y="92913"/>
                    <a:pt x="54755" y="84872"/>
                  </a:cubicBezTo>
                  <a:cubicBezTo>
                    <a:pt x="60769" y="60888"/>
                    <a:pt x="77898" y="46953"/>
                    <a:pt x="103103" y="46953"/>
                  </a:cubicBezTo>
                  <a:cubicBezTo>
                    <a:pt x="129151" y="46953"/>
                    <a:pt x="144159" y="60003"/>
                    <a:pt x="148982" y="85974"/>
                  </a:cubicBezTo>
                  <a:cubicBezTo>
                    <a:pt x="150207" y="93694"/>
                    <a:pt x="150780" y="101503"/>
                    <a:pt x="150696" y="109320"/>
                  </a:cubicBezTo>
                  <a:lnTo>
                    <a:pt x="150696" y="227180"/>
                  </a:lnTo>
                  <a:lnTo>
                    <a:pt x="202996" y="227180"/>
                  </a:lnTo>
                  <a:lnTo>
                    <a:pt x="202996" y="95559"/>
                  </a:lnTo>
                  <a:cubicBezTo>
                    <a:pt x="202996" y="80783"/>
                    <a:pt x="201543" y="67442"/>
                    <a:pt x="198056" y="56045"/>
                  </a:cubicBezTo>
                  <a:cubicBezTo>
                    <a:pt x="186681" y="18242"/>
                    <a:pt x="156347" y="0"/>
                    <a:pt x="118401" y="0"/>
                  </a:cubicBezTo>
                  <a:close/>
                </a:path>
              </a:pathLst>
            </a:custGeom>
            <a:solidFill>
              <a:srgbClr val="010101"/>
            </a:solidFill>
            <a:ln w="145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5D6E0B5A-B49C-C949-8AB3-DDDC66549294}"/>
                </a:ext>
              </a:extLst>
            </p:cNvPr>
            <p:cNvSpPr/>
            <p:nvPr/>
          </p:nvSpPr>
          <p:spPr>
            <a:xfrm>
              <a:off x="1836081" y="-622846"/>
              <a:ext cx="224162" cy="312921"/>
            </a:xfrm>
            <a:custGeom>
              <a:avLst/>
              <a:gdLst>
                <a:gd name="connsiteX0" fmla="*/ 175669 w 224162"/>
                <a:gd name="connsiteY0" fmla="*/ 145672 h 312921"/>
                <a:gd name="connsiteX1" fmla="*/ 205800 w 224162"/>
                <a:gd name="connsiteY1" fmla="*/ 84132 h 312921"/>
                <a:gd name="connsiteX2" fmla="*/ 143331 w 224162"/>
                <a:gd name="connsiteY2" fmla="*/ 4176 h 312921"/>
                <a:gd name="connsiteX3" fmla="*/ 99108 w 224162"/>
                <a:gd name="connsiteY3" fmla="*/ 0 h 312921"/>
                <a:gd name="connsiteX4" fmla="*/ 0 w 224162"/>
                <a:gd name="connsiteY4" fmla="*/ 0 h 312921"/>
                <a:gd name="connsiteX5" fmla="*/ 0 w 224162"/>
                <a:gd name="connsiteY5" fmla="*/ 312922 h 312921"/>
                <a:gd name="connsiteX6" fmla="*/ 110992 w 224162"/>
                <a:gd name="connsiteY6" fmla="*/ 312922 h 312921"/>
                <a:gd name="connsiteX7" fmla="*/ 161330 w 224162"/>
                <a:gd name="connsiteY7" fmla="*/ 305860 h 312921"/>
                <a:gd name="connsiteX8" fmla="*/ 224163 w 224162"/>
                <a:gd name="connsiteY8" fmla="*/ 221641 h 312921"/>
                <a:gd name="connsiteX9" fmla="*/ 175669 w 224162"/>
                <a:gd name="connsiteY9" fmla="*/ 145672 h 312921"/>
                <a:gd name="connsiteX10" fmla="*/ 53636 w 224162"/>
                <a:gd name="connsiteY10" fmla="*/ 49113 h 312921"/>
                <a:gd name="connsiteX11" fmla="*/ 101810 w 224162"/>
                <a:gd name="connsiteY11" fmla="*/ 49113 h 312921"/>
                <a:gd name="connsiteX12" fmla="*/ 131970 w 224162"/>
                <a:gd name="connsiteY12" fmla="*/ 54073 h 312921"/>
                <a:gd name="connsiteX13" fmla="*/ 152091 w 224162"/>
                <a:gd name="connsiteY13" fmla="*/ 88207 h 312921"/>
                <a:gd name="connsiteX14" fmla="*/ 131258 w 224162"/>
                <a:gd name="connsiteY14" fmla="*/ 122762 h 312921"/>
                <a:gd name="connsiteX15" fmla="*/ 103655 w 224162"/>
                <a:gd name="connsiteY15" fmla="*/ 127329 h 312921"/>
                <a:gd name="connsiteX16" fmla="*/ 53665 w 224162"/>
                <a:gd name="connsiteY16" fmla="*/ 127329 h 312921"/>
                <a:gd name="connsiteX17" fmla="*/ 134992 w 224162"/>
                <a:gd name="connsiteY17" fmla="*/ 261967 h 312921"/>
                <a:gd name="connsiteX18" fmla="*/ 113752 w 224162"/>
                <a:gd name="connsiteY18" fmla="*/ 263808 h 312921"/>
                <a:gd name="connsiteX19" fmla="*/ 53665 w 224162"/>
                <a:gd name="connsiteY19" fmla="*/ 263808 h 312921"/>
                <a:gd name="connsiteX20" fmla="*/ 53665 w 224162"/>
                <a:gd name="connsiteY20" fmla="*/ 175573 h 312921"/>
                <a:gd name="connsiteX21" fmla="*/ 118270 w 224162"/>
                <a:gd name="connsiteY21" fmla="*/ 175573 h 312921"/>
                <a:gd name="connsiteX22" fmla="*/ 135369 w 224162"/>
                <a:gd name="connsiteY22" fmla="*/ 177197 h 312921"/>
                <a:gd name="connsiteX23" fmla="*/ 170497 w 224162"/>
                <a:gd name="connsiteY23" fmla="*/ 219625 h 312921"/>
                <a:gd name="connsiteX24" fmla="*/ 134963 w 224162"/>
                <a:gd name="connsiteY24" fmla="*/ 261967 h 3129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24162" h="312921">
                  <a:moveTo>
                    <a:pt x="175669" y="145672"/>
                  </a:moveTo>
                  <a:cubicBezTo>
                    <a:pt x="196880" y="129417"/>
                    <a:pt x="205800" y="110770"/>
                    <a:pt x="205800" y="84132"/>
                  </a:cubicBezTo>
                  <a:cubicBezTo>
                    <a:pt x="205800" y="44256"/>
                    <a:pt x="181103" y="14370"/>
                    <a:pt x="143331" y="4176"/>
                  </a:cubicBezTo>
                  <a:cubicBezTo>
                    <a:pt x="133539" y="1552"/>
                    <a:pt x="117631" y="0"/>
                    <a:pt x="99108" y="0"/>
                  </a:cubicBezTo>
                  <a:lnTo>
                    <a:pt x="0" y="0"/>
                  </a:lnTo>
                  <a:lnTo>
                    <a:pt x="0" y="312922"/>
                  </a:lnTo>
                  <a:lnTo>
                    <a:pt x="110992" y="312922"/>
                  </a:lnTo>
                  <a:cubicBezTo>
                    <a:pt x="132624" y="312922"/>
                    <a:pt x="147122" y="310863"/>
                    <a:pt x="161330" y="305860"/>
                  </a:cubicBezTo>
                  <a:cubicBezTo>
                    <a:pt x="198521" y="292809"/>
                    <a:pt x="224163" y="263939"/>
                    <a:pt x="224163" y="221641"/>
                  </a:cubicBezTo>
                  <a:cubicBezTo>
                    <a:pt x="224163" y="186332"/>
                    <a:pt x="207354" y="161232"/>
                    <a:pt x="175669" y="145672"/>
                  </a:cubicBezTo>
                  <a:close/>
                  <a:moveTo>
                    <a:pt x="53636" y="49113"/>
                  </a:moveTo>
                  <a:lnTo>
                    <a:pt x="101810" y="49113"/>
                  </a:lnTo>
                  <a:cubicBezTo>
                    <a:pt x="112793" y="49113"/>
                    <a:pt x="124473" y="50563"/>
                    <a:pt x="131970" y="54073"/>
                  </a:cubicBezTo>
                  <a:cubicBezTo>
                    <a:pt x="145045" y="60090"/>
                    <a:pt x="152091" y="71328"/>
                    <a:pt x="152091" y="88207"/>
                  </a:cubicBezTo>
                  <a:cubicBezTo>
                    <a:pt x="152091" y="105085"/>
                    <a:pt x="144580" y="116773"/>
                    <a:pt x="131258" y="122762"/>
                  </a:cubicBezTo>
                  <a:cubicBezTo>
                    <a:pt x="124590" y="125749"/>
                    <a:pt x="114856" y="127329"/>
                    <a:pt x="103655" y="127329"/>
                  </a:cubicBezTo>
                  <a:lnTo>
                    <a:pt x="53665" y="127329"/>
                  </a:lnTo>
                  <a:close/>
                  <a:moveTo>
                    <a:pt x="134992" y="261967"/>
                  </a:moveTo>
                  <a:cubicBezTo>
                    <a:pt x="127987" y="263261"/>
                    <a:pt x="120875" y="263877"/>
                    <a:pt x="113752" y="263808"/>
                  </a:cubicBezTo>
                  <a:lnTo>
                    <a:pt x="53665" y="263808"/>
                  </a:lnTo>
                  <a:lnTo>
                    <a:pt x="53665" y="175573"/>
                  </a:lnTo>
                  <a:lnTo>
                    <a:pt x="118270" y="175573"/>
                  </a:lnTo>
                  <a:cubicBezTo>
                    <a:pt x="124010" y="175541"/>
                    <a:pt x="129738" y="176085"/>
                    <a:pt x="135369" y="177197"/>
                  </a:cubicBezTo>
                  <a:cubicBezTo>
                    <a:pt x="160764" y="182823"/>
                    <a:pt x="170497" y="202819"/>
                    <a:pt x="170497" y="219625"/>
                  </a:cubicBezTo>
                  <a:cubicBezTo>
                    <a:pt x="170497" y="241855"/>
                    <a:pt x="156188" y="256935"/>
                    <a:pt x="134963" y="261967"/>
                  </a:cubicBezTo>
                  <a:close/>
                </a:path>
              </a:pathLst>
            </a:custGeom>
            <a:solidFill>
              <a:srgbClr val="010101"/>
            </a:solidFill>
            <a:ln w="145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5935C402-87FC-9C4D-81CE-9E56ECE7FCDF}"/>
                </a:ext>
              </a:extLst>
            </p:cNvPr>
            <p:cNvSpPr/>
            <p:nvPr/>
          </p:nvSpPr>
          <p:spPr>
            <a:xfrm>
              <a:off x="2302362" y="-532348"/>
              <a:ext cx="225048" cy="222423"/>
            </a:xfrm>
            <a:custGeom>
              <a:avLst/>
              <a:gdLst>
                <a:gd name="connsiteX0" fmla="*/ 169001 w 225048"/>
                <a:gd name="connsiteY0" fmla="*/ 0 h 222423"/>
                <a:gd name="connsiteX1" fmla="*/ 113215 w 225048"/>
                <a:gd name="connsiteY1" fmla="*/ 158897 h 222423"/>
                <a:gd name="connsiteX2" fmla="*/ 56600 w 225048"/>
                <a:gd name="connsiteY2" fmla="*/ 0 h 222423"/>
                <a:gd name="connsiteX3" fmla="*/ 0 w 225048"/>
                <a:gd name="connsiteY3" fmla="*/ 0 h 222423"/>
                <a:gd name="connsiteX4" fmla="*/ 88503 w 225048"/>
                <a:gd name="connsiteY4" fmla="*/ 222424 h 222423"/>
                <a:gd name="connsiteX5" fmla="*/ 136720 w 225048"/>
                <a:gd name="connsiteY5" fmla="*/ 222424 h 222423"/>
                <a:gd name="connsiteX6" fmla="*/ 225049 w 225048"/>
                <a:gd name="connsiteY6" fmla="*/ 0 h 222423"/>
                <a:gd name="connsiteX7" fmla="*/ 169001 w 225048"/>
                <a:gd name="connsiteY7" fmla="*/ 0 h 2224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25048" h="222423">
                  <a:moveTo>
                    <a:pt x="169001" y="0"/>
                  </a:moveTo>
                  <a:lnTo>
                    <a:pt x="113215" y="158897"/>
                  </a:lnTo>
                  <a:lnTo>
                    <a:pt x="56600" y="0"/>
                  </a:lnTo>
                  <a:lnTo>
                    <a:pt x="0" y="0"/>
                  </a:lnTo>
                  <a:lnTo>
                    <a:pt x="88503" y="222424"/>
                  </a:lnTo>
                  <a:lnTo>
                    <a:pt x="136720" y="222424"/>
                  </a:lnTo>
                  <a:lnTo>
                    <a:pt x="225049" y="0"/>
                  </a:lnTo>
                  <a:lnTo>
                    <a:pt x="169001" y="0"/>
                  </a:lnTo>
                  <a:close/>
                </a:path>
              </a:pathLst>
            </a:custGeom>
            <a:solidFill>
              <a:srgbClr val="010101"/>
            </a:solidFill>
            <a:ln w="145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6A1CC364-F4C8-7844-B75E-97248698E11B}"/>
                </a:ext>
              </a:extLst>
            </p:cNvPr>
            <p:cNvSpPr/>
            <p:nvPr/>
          </p:nvSpPr>
          <p:spPr>
            <a:xfrm>
              <a:off x="2079594" y="-537104"/>
              <a:ext cx="227215" cy="231936"/>
            </a:xfrm>
            <a:custGeom>
              <a:avLst/>
              <a:gdLst>
                <a:gd name="connsiteX0" fmla="*/ 112721 w 227215"/>
                <a:gd name="connsiteY0" fmla="*/ 0 h 231936"/>
                <a:gd name="connsiteX1" fmla="*/ 0 w 227215"/>
                <a:gd name="connsiteY1" fmla="*/ 117527 h 231936"/>
                <a:gd name="connsiteX2" fmla="*/ 114943 w 227215"/>
                <a:gd name="connsiteY2" fmla="*/ 231936 h 231936"/>
                <a:gd name="connsiteX3" fmla="*/ 220211 w 227215"/>
                <a:gd name="connsiteY3" fmla="*/ 158940 h 231936"/>
                <a:gd name="connsiteX4" fmla="*/ 167083 w 227215"/>
                <a:gd name="connsiteY4" fmla="*/ 158940 h 231936"/>
                <a:gd name="connsiteX5" fmla="*/ 115829 w 227215"/>
                <a:gd name="connsiteY5" fmla="*/ 186491 h 231936"/>
                <a:gd name="connsiteX6" fmla="*/ 51690 w 227215"/>
                <a:gd name="connsiteY6" fmla="*/ 134899 h 231936"/>
                <a:gd name="connsiteX7" fmla="*/ 225601 w 227215"/>
                <a:gd name="connsiteY7" fmla="*/ 134899 h 231936"/>
                <a:gd name="connsiteX8" fmla="*/ 227184 w 227215"/>
                <a:gd name="connsiteY8" fmla="*/ 113771 h 231936"/>
                <a:gd name="connsiteX9" fmla="*/ 112721 w 227215"/>
                <a:gd name="connsiteY9" fmla="*/ 0 h 231936"/>
                <a:gd name="connsiteX10" fmla="*/ 51850 w 227215"/>
                <a:gd name="connsiteY10" fmla="*/ 98473 h 231936"/>
                <a:gd name="connsiteX11" fmla="*/ 113200 w 227215"/>
                <a:gd name="connsiteY11" fmla="*/ 45416 h 231936"/>
                <a:gd name="connsiteX12" fmla="*/ 175349 w 227215"/>
                <a:gd name="connsiteY12" fmla="*/ 98473 h 2319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27215" h="231936">
                  <a:moveTo>
                    <a:pt x="112721" y="0"/>
                  </a:moveTo>
                  <a:cubicBezTo>
                    <a:pt x="49293" y="0"/>
                    <a:pt x="0" y="50940"/>
                    <a:pt x="0" y="117527"/>
                  </a:cubicBezTo>
                  <a:cubicBezTo>
                    <a:pt x="0" y="178980"/>
                    <a:pt x="48537" y="231936"/>
                    <a:pt x="114943" y="231936"/>
                  </a:cubicBezTo>
                  <a:cubicBezTo>
                    <a:pt x="163451" y="231936"/>
                    <a:pt x="201020" y="204081"/>
                    <a:pt x="220211" y="158940"/>
                  </a:cubicBezTo>
                  <a:lnTo>
                    <a:pt x="167083" y="158940"/>
                  </a:lnTo>
                  <a:cubicBezTo>
                    <a:pt x="155112" y="176820"/>
                    <a:pt x="139074" y="186491"/>
                    <a:pt x="115829" y="186491"/>
                  </a:cubicBezTo>
                  <a:cubicBezTo>
                    <a:pt x="81210" y="186491"/>
                    <a:pt x="58561" y="166191"/>
                    <a:pt x="51690" y="134899"/>
                  </a:cubicBezTo>
                  <a:lnTo>
                    <a:pt x="225601" y="134899"/>
                  </a:lnTo>
                  <a:cubicBezTo>
                    <a:pt x="226825" y="127925"/>
                    <a:pt x="227355" y="120849"/>
                    <a:pt x="227184" y="113771"/>
                  </a:cubicBezTo>
                  <a:cubicBezTo>
                    <a:pt x="226647" y="54000"/>
                    <a:pt x="180696" y="0"/>
                    <a:pt x="112721" y="0"/>
                  </a:cubicBezTo>
                  <a:close/>
                  <a:moveTo>
                    <a:pt x="51850" y="98473"/>
                  </a:moveTo>
                  <a:cubicBezTo>
                    <a:pt x="55598" y="66456"/>
                    <a:pt x="81602" y="45416"/>
                    <a:pt x="113200" y="45416"/>
                  </a:cubicBezTo>
                  <a:cubicBezTo>
                    <a:pt x="146396" y="45416"/>
                    <a:pt x="171630" y="67355"/>
                    <a:pt x="175349" y="98473"/>
                  </a:cubicBezTo>
                  <a:close/>
                </a:path>
              </a:pathLst>
            </a:custGeom>
            <a:solidFill>
              <a:srgbClr val="010101"/>
            </a:solidFill>
            <a:ln w="145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6AFBA741-2ACB-D343-81BA-4782D6F3E540}"/>
                </a:ext>
              </a:extLst>
            </p:cNvPr>
            <p:cNvSpPr/>
            <p:nvPr/>
          </p:nvSpPr>
          <p:spPr>
            <a:xfrm>
              <a:off x="918597" y="-622860"/>
              <a:ext cx="543801" cy="312936"/>
            </a:xfrm>
            <a:custGeom>
              <a:avLst/>
              <a:gdLst>
                <a:gd name="connsiteX0" fmla="*/ 494756 w 543801"/>
                <a:gd name="connsiteY0" fmla="*/ 146122 h 312936"/>
                <a:gd name="connsiteX1" fmla="*/ 525351 w 543801"/>
                <a:gd name="connsiteY1" fmla="*/ 84147 h 312936"/>
                <a:gd name="connsiteX2" fmla="*/ 462882 w 543801"/>
                <a:gd name="connsiteY2" fmla="*/ 4191 h 312936"/>
                <a:gd name="connsiteX3" fmla="*/ 418660 w 543801"/>
                <a:gd name="connsiteY3" fmla="*/ 15 h 312936"/>
                <a:gd name="connsiteX4" fmla="*/ 319552 w 543801"/>
                <a:gd name="connsiteY4" fmla="*/ 15 h 312936"/>
                <a:gd name="connsiteX5" fmla="*/ 319552 w 543801"/>
                <a:gd name="connsiteY5" fmla="*/ 132056 h 312936"/>
                <a:gd name="connsiteX6" fmla="*/ 239649 w 543801"/>
                <a:gd name="connsiteY6" fmla="*/ 151299 h 312936"/>
                <a:gd name="connsiteX7" fmla="*/ 177732 w 543801"/>
                <a:gd name="connsiteY7" fmla="*/ 0 h 312936"/>
                <a:gd name="connsiteX8" fmla="*/ 127946 w 543801"/>
                <a:gd name="connsiteY8" fmla="*/ 0 h 312936"/>
                <a:gd name="connsiteX9" fmla="*/ 0 w 543801"/>
                <a:gd name="connsiteY9" fmla="*/ 312936 h 312936"/>
                <a:gd name="connsiteX10" fmla="*/ 52198 w 543801"/>
                <a:gd name="connsiteY10" fmla="*/ 312936 h 312936"/>
                <a:gd name="connsiteX11" fmla="*/ 207252 w 543801"/>
                <a:gd name="connsiteY11" fmla="*/ 208532 h 312936"/>
                <a:gd name="connsiteX12" fmla="*/ 246477 w 543801"/>
                <a:gd name="connsiteY12" fmla="*/ 312936 h 312936"/>
                <a:gd name="connsiteX13" fmla="*/ 305678 w 543801"/>
                <a:gd name="connsiteY13" fmla="*/ 312936 h 312936"/>
                <a:gd name="connsiteX14" fmla="*/ 256124 w 543801"/>
                <a:gd name="connsiteY14" fmla="*/ 191697 h 312936"/>
                <a:gd name="connsiteX15" fmla="*/ 319552 w 543801"/>
                <a:gd name="connsiteY15" fmla="*/ 178139 h 312936"/>
                <a:gd name="connsiteX16" fmla="*/ 319552 w 543801"/>
                <a:gd name="connsiteY16" fmla="*/ 312893 h 312936"/>
                <a:gd name="connsiteX17" fmla="*/ 346486 w 543801"/>
                <a:gd name="connsiteY17" fmla="*/ 312893 h 312936"/>
                <a:gd name="connsiteX18" fmla="*/ 346486 w 543801"/>
                <a:gd name="connsiteY18" fmla="*/ 312893 h 312936"/>
                <a:gd name="connsiteX19" fmla="*/ 441091 w 543801"/>
                <a:gd name="connsiteY19" fmla="*/ 312893 h 312936"/>
                <a:gd name="connsiteX20" fmla="*/ 543802 w 543801"/>
                <a:gd name="connsiteY20" fmla="*/ 221539 h 312936"/>
                <a:gd name="connsiteX21" fmla="*/ 494756 w 543801"/>
                <a:gd name="connsiteY21" fmla="*/ 146122 h 312936"/>
                <a:gd name="connsiteX22" fmla="*/ 82546 w 543801"/>
                <a:gd name="connsiteY22" fmla="*/ 241826 h 312936"/>
                <a:gd name="connsiteX23" fmla="*/ 152280 w 543801"/>
                <a:gd name="connsiteY23" fmla="*/ 61874 h 312936"/>
                <a:gd name="connsiteX24" fmla="*/ 192797 w 543801"/>
                <a:gd name="connsiteY24" fmla="*/ 169772 h 312936"/>
                <a:gd name="connsiteX25" fmla="*/ 82546 w 543801"/>
                <a:gd name="connsiteY25" fmla="*/ 241855 h 312936"/>
                <a:gd name="connsiteX26" fmla="*/ 373232 w 543801"/>
                <a:gd name="connsiteY26" fmla="*/ 49128 h 312936"/>
                <a:gd name="connsiteX27" fmla="*/ 419270 w 543801"/>
                <a:gd name="connsiteY27" fmla="*/ 49128 h 312936"/>
                <a:gd name="connsiteX28" fmla="*/ 444650 w 543801"/>
                <a:gd name="connsiteY28" fmla="*/ 52289 h 312936"/>
                <a:gd name="connsiteX29" fmla="*/ 471686 w 543801"/>
                <a:gd name="connsiteY29" fmla="*/ 92339 h 312936"/>
                <a:gd name="connsiteX30" fmla="*/ 446059 w 543801"/>
                <a:gd name="connsiteY30" fmla="*/ 130809 h 312936"/>
                <a:gd name="connsiteX31" fmla="*/ 395720 w 543801"/>
                <a:gd name="connsiteY31" fmla="*/ 126865 h 312936"/>
                <a:gd name="connsiteX32" fmla="*/ 373232 w 543801"/>
                <a:gd name="connsiteY32" fmla="*/ 127213 h 312936"/>
                <a:gd name="connsiteX33" fmla="*/ 437793 w 543801"/>
                <a:gd name="connsiteY33" fmla="*/ 263736 h 312936"/>
                <a:gd name="connsiteX34" fmla="*/ 373232 w 543801"/>
                <a:gd name="connsiteY34" fmla="*/ 263736 h 312936"/>
                <a:gd name="connsiteX35" fmla="*/ 373232 w 543801"/>
                <a:gd name="connsiteY35" fmla="*/ 173833 h 312936"/>
                <a:gd name="connsiteX36" fmla="*/ 397202 w 543801"/>
                <a:gd name="connsiteY36" fmla="*/ 173398 h 312936"/>
                <a:gd name="connsiteX37" fmla="*/ 490078 w 543801"/>
                <a:gd name="connsiteY37" fmla="*/ 221568 h 312936"/>
                <a:gd name="connsiteX38" fmla="*/ 437793 w 543801"/>
                <a:gd name="connsiteY38" fmla="*/ 263779 h 3129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543801" h="312936">
                  <a:moveTo>
                    <a:pt x="494756" y="146122"/>
                  </a:moveTo>
                  <a:cubicBezTo>
                    <a:pt x="517361" y="129620"/>
                    <a:pt x="525351" y="104955"/>
                    <a:pt x="525351" y="84147"/>
                  </a:cubicBezTo>
                  <a:cubicBezTo>
                    <a:pt x="525351" y="44270"/>
                    <a:pt x="500654" y="14385"/>
                    <a:pt x="462882" y="4191"/>
                  </a:cubicBezTo>
                  <a:cubicBezTo>
                    <a:pt x="453090" y="1566"/>
                    <a:pt x="437183" y="15"/>
                    <a:pt x="418660" y="15"/>
                  </a:cubicBezTo>
                  <a:lnTo>
                    <a:pt x="319552" y="15"/>
                  </a:lnTo>
                  <a:lnTo>
                    <a:pt x="319552" y="132056"/>
                  </a:lnTo>
                  <a:cubicBezTo>
                    <a:pt x="292413" y="136165"/>
                    <a:pt x="265679" y="142603"/>
                    <a:pt x="239649" y="151299"/>
                  </a:cubicBezTo>
                  <a:lnTo>
                    <a:pt x="177732" y="0"/>
                  </a:lnTo>
                  <a:lnTo>
                    <a:pt x="127946" y="0"/>
                  </a:lnTo>
                  <a:lnTo>
                    <a:pt x="0" y="312936"/>
                  </a:lnTo>
                  <a:lnTo>
                    <a:pt x="52198" y="312936"/>
                  </a:lnTo>
                  <a:cubicBezTo>
                    <a:pt x="97321" y="265331"/>
                    <a:pt x="151175" y="231168"/>
                    <a:pt x="207252" y="208532"/>
                  </a:cubicBezTo>
                  <a:lnTo>
                    <a:pt x="246477" y="312936"/>
                  </a:lnTo>
                  <a:lnTo>
                    <a:pt x="305678" y="312936"/>
                  </a:lnTo>
                  <a:lnTo>
                    <a:pt x="256124" y="191697"/>
                  </a:lnTo>
                  <a:cubicBezTo>
                    <a:pt x="276944" y="185787"/>
                    <a:pt x="298133" y="181258"/>
                    <a:pt x="319552" y="178139"/>
                  </a:cubicBezTo>
                  <a:lnTo>
                    <a:pt x="319552" y="312893"/>
                  </a:lnTo>
                  <a:lnTo>
                    <a:pt x="346486" y="312893"/>
                  </a:lnTo>
                  <a:lnTo>
                    <a:pt x="346486" y="312893"/>
                  </a:lnTo>
                  <a:lnTo>
                    <a:pt x="441091" y="312893"/>
                  </a:lnTo>
                  <a:cubicBezTo>
                    <a:pt x="507918" y="312893"/>
                    <a:pt x="543802" y="273741"/>
                    <a:pt x="543802" y="221539"/>
                  </a:cubicBezTo>
                  <a:cubicBezTo>
                    <a:pt x="543802" y="190015"/>
                    <a:pt x="528097" y="163117"/>
                    <a:pt x="494756" y="146122"/>
                  </a:cubicBezTo>
                  <a:close/>
                  <a:moveTo>
                    <a:pt x="82546" y="241826"/>
                  </a:moveTo>
                  <a:lnTo>
                    <a:pt x="152280" y="61874"/>
                  </a:lnTo>
                  <a:lnTo>
                    <a:pt x="192797" y="169772"/>
                  </a:lnTo>
                  <a:cubicBezTo>
                    <a:pt x="150798" y="188986"/>
                    <a:pt x="113432" y="213608"/>
                    <a:pt x="82546" y="241855"/>
                  </a:cubicBezTo>
                  <a:close/>
                  <a:moveTo>
                    <a:pt x="373232" y="49128"/>
                  </a:moveTo>
                  <a:lnTo>
                    <a:pt x="419270" y="49128"/>
                  </a:lnTo>
                  <a:cubicBezTo>
                    <a:pt x="429788" y="49128"/>
                    <a:pt x="438606" y="50317"/>
                    <a:pt x="444650" y="52289"/>
                  </a:cubicBezTo>
                  <a:cubicBezTo>
                    <a:pt x="462083" y="57988"/>
                    <a:pt x="471686" y="71140"/>
                    <a:pt x="471686" y="92339"/>
                  </a:cubicBezTo>
                  <a:cubicBezTo>
                    <a:pt x="471686" y="111973"/>
                    <a:pt x="461778" y="124879"/>
                    <a:pt x="446059" y="130809"/>
                  </a:cubicBezTo>
                  <a:cubicBezTo>
                    <a:pt x="429419" y="128095"/>
                    <a:pt x="412581" y="126776"/>
                    <a:pt x="395720" y="126865"/>
                  </a:cubicBezTo>
                  <a:cubicBezTo>
                    <a:pt x="388718" y="126865"/>
                    <a:pt x="381018" y="126967"/>
                    <a:pt x="373232" y="127213"/>
                  </a:cubicBezTo>
                  <a:close/>
                  <a:moveTo>
                    <a:pt x="437793" y="263736"/>
                  </a:moveTo>
                  <a:lnTo>
                    <a:pt x="373232" y="263736"/>
                  </a:lnTo>
                  <a:lnTo>
                    <a:pt x="373232" y="173833"/>
                  </a:lnTo>
                  <a:cubicBezTo>
                    <a:pt x="381411" y="173485"/>
                    <a:pt x="389445" y="173311"/>
                    <a:pt x="397202" y="173398"/>
                  </a:cubicBezTo>
                  <a:cubicBezTo>
                    <a:pt x="455923" y="174152"/>
                    <a:pt x="490078" y="191219"/>
                    <a:pt x="490078" y="221568"/>
                  </a:cubicBezTo>
                  <a:cubicBezTo>
                    <a:pt x="490078" y="248887"/>
                    <a:pt x="465613" y="263779"/>
                    <a:pt x="437793" y="263779"/>
                  </a:cubicBezTo>
                  <a:close/>
                </a:path>
              </a:pathLst>
            </a:custGeom>
            <a:solidFill>
              <a:srgbClr val="010101"/>
            </a:solidFill>
            <a:ln w="145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E281CD-A54D-3442-B2F6-DCC90535935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199" y="5807699"/>
            <a:ext cx="3045759" cy="184944"/>
          </a:xfrm>
        </p:spPr>
        <p:txBody>
          <a:bodyPr rIns="0" anchor="b"/>
          <a:lstStyle>
            <a:lvl1pPr algn="l">
              <a:defRPr lang="en-US" sz="1200" b="1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algn="r">
              <a:defRPr lang="en-US" sz="1200" b="1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algn="r">
              <a:defRPr lang="en-US" sz="1200" b="1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algn="r">
              <a:defRPr lang="en-US" sz="1200" b="1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algn="r">
              <a:defRPr lang="en-US" sz="1200" b="1" kern="120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Subtitle Goes Here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F444DE9C-F571-BB4C-9C1C-7332F4140BF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200" y="5985930"/>
            <a:ext cx="3045758" cy="184944"/>
          </a:xfrm>
        </p:spPr>
        <p:txBody>
          <a:bodyPr rIns="0" anchor="b"/>
          <a:lstStyle>
            <a:lvl1pPr algn="l">
              <a:def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r">
              <a:defRPr lang="en-US" sz="1200" b="1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algn="r">
              <a:defRPr lang="en-US" sz="1200" b="1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algn="r">
              <a:defRPr lang="en-US" sz="1200" b="1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algn="r">
              <a:defRPr lang="en-US" sz="1200" b="1" kern="120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00.00.0000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1B3CE5-5669-E845-98B1-856DE736BC1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0" y="2353235"/>
            <a:ext cx="6204930" cy="2097587"/>
          </a:xfrm>
        </p:spPr>
        <p:txBody>
          <a:bodyPr rIns="0" anchor="ctr"/>
          <a:lstStyle>
            <a:lvl1pPr algn="l">
              <a:lnSpc>
                <a:spcPct val="80000"/>
              </a:lnSpc>
              <a:defRPr kumimoji="0" lang="en-US" sz="5600" b="1" i="0" u="none" strike="noStrike" kern="1200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+mj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Two or Three-Line Presentation Title Goes Here</a:t>
            </a:r>
          </a:p>
        </p:txBody>
      </p:sp>
    </p:spTree>
    <p:extLst>
      <p:ext uri="{BB962C8B-B14F-4D97-AF65-F5344CB8AC3E}">
        <p14:creationId xmlns:p14="http://schemas.microsoft.com/office/powerpoint/2010/main" val="6683674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5C151B94-E7E6-E740-BA80-C3D753F8C47C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D1A33C"/>
              </a:gs>
              <a:gs pos="100000">
                <a:srgbClr val="F2D713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4" descr="A picture containing person, person, nature&#10;&#10;Description automatically generated">
            <a:extLst>
              <a:ext uri="{FF2B5EF4-FFF2-40B4-BE49-F238E27FC236}">
                <a16:creationId xmlns:a16="http://schemas.microsoft.com/office/drawing/2014/main" id="{D06689A1-E3AF-4045-84D7-F162BC52988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25557" t="144" r="23329" b="-216"/>
          <a:stretch/>
        </p:blipFill>
        <p:spPr>
          <a:xfrm>
            <a:off x="5984174" y="0"/>
            <a:ext cx="6250162" cy="6868260"/>
          </a:xfrm>
          <a:prstGeom prst="rect">
            <a:avLst/>
          </a:prstGeom>
        </p:spPr>
      </p:pic>
      <p:pic>
        <p:nvPicPr>
          <p:cNvPr id="16" name="Picture 3">
            <a:extLst>
              <a:ext uri="{FF2B5EF4-FFF2-40B4-BE49-F238E27FC236}">
                <a16:creationId xmlns:a16="http://schemas.microsoft.com/office/drawing/2014/main" id="{86C3DDCD-E362-DA42-A400-CBD1A5CB928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11435" y="0"/>
            <a:ext cx="12214870" cy="6870865"/>
          </a:xfrm>
          <a:prstGeom prst="rect">
            <a:avLst/>
          </a:prstGeom>
        </p:spPr>
      </p:pic>
      <p:grpSp>
        <p:nvGrpSpPr>
          <p:cNvPr id="25" name="Graphic 4">
            <a:extLst>
              <a:ext uri="{FF2B5EF4-FFF2-40B4-BE49-F238E27FC236}">
                <a16:creationId xmlns:a16="http://schemas.microsoft.com/office/drawing/2014/main" id="{7E7758C5-ECC7-B540-BC94-E927D20811EE}"/>
              </a:ext>
            </a:extLst>
          </p:cNvPr>
          <p:cNvGrpSpPr/>
          <p:nvPr userDrawn="1"/>
        </p:nvGrpSpPr>
        <p:grpSpPr>
          <a:xfrm>
            <a:off x="453487" y="610181"/>
            <a:ext cx="2029870" cy="373384"/>
            <a:chOff x="497541" y="-650117"/>
            <a:chExt cx="2029870" cy="373384"/>
          </a:xfrm>
          <a:solidFill>
            <a:srgbClr val="010101"/>
          </a:solidFill>
        </p:grpSpPr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C0E54352-DA9D-6A45-8DDA-592DA4618DFE}"/>
                </a:ext>
              </a:extLst>
            </p:cNvPr>
            <p:cNvSpPr/>
            <p:nvPr/>
          </p:nvSpPr>
          <p:spPr>
            <a:xfrm>
              <a:off x="497541" y="-650117"/>
              <a:ext cx="375677" cy="373384"/>
            </a:xfrm>
            <a:custGeom>
              <a:avLst/>
              <a:gdLst>
                <a:gd name="connsiteX0" fmla="*/ 187684 w 375677"/>
                <a:gd name="connsiteY0" fmla="*/ 231177 h 373384"/>
                <a:gd name="connsiteX1" fmla="*/ 231092 w 375677"/>
                <a:gd name="connsiteY1" fmla="*/ 370542 h 373384"/>
                <a:gd name="connsiteX2" fmla="*/ 370493 w 375677"/>
                <a:gd name="connsiteY2" fmla="*/ 144178 h 373384"/>
                <a:gd name="connsiteX3" fmla="*/ 311605 w 375677"/>
                <a:gd name="connsiteY3" fmla="*/ 46614 h 373384"/>
                <a:gd name="connsiteX4" fmla="*/ 187684 w 375677"/>
                <a:gd name="connsiteY4" fmla="*/ 231177 h 373384"/>
                <a:gd name="connsiteX5" fmla="*/ 45210 w 375677"/>
                <a:gd name="connsiteY5" fmla="*/ 172958 h 373384"/>
                <a:gd name="connsiteX6" fmla="*/ 220168 w 375677"/>
                <a:gd name="connsiteY6" fmla="*/ 2895 h 373384"/>
                <a:gd name="connsiteX7" fmla="*/ 2171 w 375677"/>
                <a:gd name="connsiteY7" fmla="*/ 155143 h 373384"/>
                <a:gd name="connsiteX8" fmla="*/ 0 w 375677"/>
                <a:gd name="connsiteY8" fmla="*/ 171653 h 373384"/>
                <a:gd name="connsiteX9" fmla="*/ 45210 w 375677"/>
                <a:gd name="connsiteY9" fmla="*/ 172958 h 373384"/>
                <a:gd name="connsiteX10" fmla="*/ 38426 w 375677"/>
                <a:gd name="connsiteY10" fmla="*/ 231699 h 373384"/>
                <a:gd name="connsiteX11" fmla="*/ 2513 w 375677"/>
                <a:gd name="connsiteY11" fmla="*/ 222274 h 373384"/>
                <a:gd name="connsiteX12" fmla="*/ 158628 w 375677"/>
                <a:gd name="connsiteY12" fmla="*/ 373384 h 373384"/>
                <a:gd name="connsiteX13" fmla="*/ 38426 w 375677"/>
                <a:gd name="connsiteY13" fmla="*/ 231699 h 37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75677" h="373384">
                  <a:moveTo>
                    <a:pt x="187684" y="231177"/>
                  </a:moveTo>
                  <a:cubicBezTo>
                    <a:pt x="185300" y="281280"/>
                    <a:pt x="200669" y="330620"/>
                    <a:pt x="231092" y="370542"/>
                  </a:cubicBezTo>
                  <a:cubicBezTo>
                    <a:pt x="332213" y="346456"/>
                    <a:pt x="394624" y="245109"/>
                    <a:pt x="370493" y="144178"/>
                  </a:cubicBezTo>
                  <a:cubicBezTo>
                    <a:pt x="361450" y="106358"/>
                    <a:pt x="340875" y="72270"/>
                    <a:pt x="311605" y="46614"/>
                  </a:cubicBezTo>
                  <a:cubicBezTo>
                    <a:pt x="239091" y="80307"/>
                    <a:pt x="191340" y="151425"/>
                    <a:pt x="187684" y="231177"/>
                  </a:cubicBezTo>
                  <a:close/>
                  <a:moveTo>
                    <a:pt x="45210" y="172958"/>
                  </a:moveTo>
                  <a:cubicBezTo>
                    <a:pt x="139146" y="164779"/>
                    <a:pt x="211451" y="91726"/>
                    <a:pt x="220168" y="2895"/>
                  </a:cubicBezTo>
                  <a:cubicBezTo>
                    <a:pt x="117849" y="-15148"/>
                    <a:pt x="20248" y="53016"/>
                    <a:pt x="2171" y="155143"/>
                  </a:cubicBezTo>
                  <a:cubicBezTo>
                    <a:pt x="1203" y="160612"/>
                    <a:pt x="479" y="166120"/>
                    <a:pt x="0" y="171653"/>
                  </a:cubicBezTo>
                  <a:cubicBezTo>
                    <a:pt x="14969" y="173829"/>
                    <a:pt x="30140" y="174267"/>
                    <a:pt x="45210" y="172958"/>
                  </a:cubicBezTo>
                  <a:close/>
                  <a:moveTo>
                    <a:pt x="38426" y="231699"/>
                  </a:moveTo>
                  <a:cubicBezTo>
                    <a:pt x="26753" y="227519"/>
                    <a:pt x="14736" y="224366"/>
                    <a:pt x="2513" y="222274"/>
                  </a:cubicBezTo>
                  <a:cubicBezTo>
                    <a:pt x="17141" y="300613"/>
                    <a:pt x="79730" y="361196"/>
                    <a:pt x="158628" y="373384"/>
                  </a:cubicBezTo>
                  <a:cubicBezTo>
                    <a:pt x="156609" y="315484"/>
                    <a:pt x="109597" y="257162"/>
                    <a:pt x="38426" y="231699"/>
                  </a:cubicBezTo>
                  <a:close/>
                </a:path>
              </a:pathLst>
            </a:custGeom>
            <a:solidFill>
              <a:srgbClr val="010101"/>
            </a:solidFill>
            <a:ln w="145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8422E281-917E-B74F-B168-E31E6BB6D96F}"/>
                </a:ext>
              </a:extLst>
            </p:cNvPr>
            <p:cNvSpPr/>
            <p:nvPr/>
          </p:nvSpPr>
          <p:spPr>
            <a:xfrm>
              <a:off x="1494055" y="-622846"/>
              <a:ext cx="54246" cy="312921"/>
            </a:xfrm>
            <a:custGeom>
              <a:avLst/>
              <a:gdLst>
                <a:gd name="connsiteX0" fmla="*/ 0 w 54246"/>
                <a:gd name="connsiteY0" fmla="*/ 0 h 312921"/>
                <a:gd name="connsiteX1" fmla="*/ 54247 w 54246"/>
                <a:gd name="connsiteY1" fmla="*/ 0 h 312921"/>
                <a:gd name="connsiteX2" fmla="*/ 54247 w 54246"/>
                <a:gd name="connsiteY2" fmla="*/ 312922 h 312921"/>
                <a:gd name="connsiteX3" fmla="*/ 0 w 54246"/>
                <a:gd name="connsiteY3" fmla="*/ 312922 h 3129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246" h="312921">
                  <a:moveTo>
                    <a:pt x="0" y="0"/>
                  </a:moveTo>
                  <a:lnTo>
                    <a:pt x="54247" y="0"/>
                  </a:lnTo>
                  <a:lnTo>
                    <a:pt x="54247" y="312922"/>
                  </a:lnTo>
                  <a:lnTo>
                    <a:pt x="0" y="312922"/>
                  </a:lnTo>
                  <a:close/>
                </a:path>
              </a:pathLst>
            </a:custGeom>
            <a:solidFill>
              <a:srgbClr val="010101"/>
            </a:solidFill>
            <a:ln w="145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281E3174-F74F-F84F-90B1-8909ECE00B83}"/>
                </a:ext>
              </a:extLst>
            </p:cNvPr>
            <p:cNvSpPr/>
            <p:nvPr/>
          </p:nvSpPr>
          <p:spPr>
            <a:xfrm>
              <a:off x="1593657" y="-537104"/>
              <a:ext cx="202995" cy="227179"/>
            </a:xfrm>
            <a:custGeom>
              <a:avLst/>
              <a:gdLst>
                <a:gd name="connsiteX0" fmla="*/ 118401 w 202995"/>
                <a:gd name="connsiteY0" fmla="*/ 0 h 227179"/>
                <a:gd name="connsiteX1" fmla="*/ 48871 w 202995"/>
                <a:gd name="connsiteY1" fmla="*/ 37310 h 227179"/>
                <a:gd name="connsiteX2" fmla="*/ 48871 w 202995"/>
                <a:gd name="connsiteY2" fmla="*/ 4756 h 227179"/>
                <a:gd name="connsiteX3" fmla="*/ 0 w 202995"/>
                <a:gd name="connsiteY3" fmla="*/ 4756 h 227179"/>
                <a:gd name="connsiteX4" fmla="*/ 0 w 202995"/>
                <a:gd name="connsiteY4" fmla="*/ 227180 h 227179"/>
                <a:gd name="connsiteX5" fmla="*/ 52300 w 202995"/>
                <a:gd name="connsiteY5" fmla="*/ 227180 h 227179"/>
                <a:gd name="connsiteX6" fmla="*/ 52300 w 202995"/>
                <a:gd name="connsiteY6" fmla="*/ 109363 h 227179"/>
                <a:gd name="connsiteX7" fmla="*/ 54755 w 202995"/>
                <a:gd name="connsiteY7" fmla="*/ 84872 h 227179"/>
                <a:gd name="connsiteX8" fmla="*/ 103103 w 202995"/>
                <a:gd name="connsiteY8" fmla="*/ 46953 h 227179"/>
                <a:gd name="connsiteX9" fmla="*/ 148982 w 202995"/>
                <a:gd name="connsiteY9" fmla="*/ 85974 h 227179"/>
                <a:gd name="connsiteX10" fmla="*/ 150696 w 202995"/>
                <a:gd name="connsiteY10" fmla="*/ 109320 h 227179"/>
                <a:gd name="connsiteX11" fmla="*/ 150696 w 202995"/>
                <a:gd name="connsiteY11" fmla="*/ 227180 h 227179"/>
                <a:gd name="connsiteX12" fmla="*/ 202996 w 202995"/>
                <a:gd name="connsiteY12" fmla="*/ 227180 h 227179"/>
                <a:gd name="connsiteX13" fmla="*/ 202996 w 202995"/>
                <a:gd name="connsiteY13" fmla="*/ 95559 h 227179"/>
                <a:gd name="connsiteX14" fmla="*/ 198056 w 202995"/>
                <a:gd name="connsiteY14" fmla="*/ 56045 h 227179"/>
                <a:gd name="connsiteX15" fmla="*/ 118401 w 202995"/>
                <a:gd name="connsiteY15" fmla="*/ 0 h 227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02995" h="227179">
                  <a:moveTo>
                    <a:pt x="118401" y="0"/>
                  </a:moveTo>
                  <a:cubicBezTo>
                    <a:pt x="91394" y="0"/>
                    <a:pt x="65549" y="10150"/>
                    <a:pt x="48871" y="37310"/>
                  </a:cubicBezTo>
                  <a:lnTo>
                    <a:pt x="48871" y="4756"/>
                  </a:lnTo>
                  <a:lnTo>
                    <a:pt x="0" y="4756"/>
                  </a:lnTo>
                  <a:lnTo>
                    <a:pt x="0" y="227180"/>
                  </a:lnTo>
                  <a:lnTo>
                    <a:pt x="52300" y="227180"/>
                  </a:lnTo>
                  <a:lnTo>
                    <a:pt x="52300" y="109363"/>
                  </a:lnTo>
                  <a:cubicBezTo>
                    <a:pt x="52167" y="101132"/>
                    <a:pt x="52991" y="92913"/>
                    <a:pt x="54755" y="84872"/>
                  </a:cubicBezTo>
                  <a:cubicBezTo>
                    <a:pt x="60769" y="60888"/>
                    <a:pt x="77898" y="46953"/>
                    <a:pt x="103103" y="46953"/>
                  </a:cubicBezTo>
                  <a:cubicBezTo>
                    <a:pt x="129151" y="46953"/>
                    <a:pt x="144159" y="60003"/>
                    <a:pt x="148982" y="85974"/>
                  </a:cubicBezTo>
                  <a:cubicBezTo>
                    <a:pt x="150207" y="93694"/>
                    <a:pt x="150780" y="101503"/>
                    <a:pt x="150696" y="109320"/>
                  </a:cubicBezTo>
                  <a:lnTo>
                    <a:pt x="150696" y="227180"/>
                  </a:lnTo>
                  <a:lnTo>
                    <a:pt x="202996" y="227180"/>
                  </a:lnTo>
                  <a:lnTo>
                    <a:pt x="202996" y="95559"/>
                  </a:lnTo>
                  <a:cubicBezTo>
                    <a:pt x="202996" y="80783"/>
                    <a:pt x="201543" y="67442"/>
                    <a:pt x="198056" y="56045"/>
                  </a:cubicBezTo>
                  <a:cubicBezTo>
                    <a:pt x="186681" y="18242"/>
                    <a:pt x="156347" y="0"/>
                    <a:pt x="118401" y="0"/>
                  </a:cubicBezTo>
                  <a:close/>
                </a:path>
              </a:pathLst>
            </a:custGeom>
            <a:solidFill>
              <a:srgbClr val="010101"/>
            </a:solidFill>
            <a:ln w="145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5D6E0B5A-B49C-C949-8AB3-DDDC66549294}"/>
                </a:ext>
              </a:extLst>
            </p:cNvPr>
            <p:cNvSpPr/>
            <p:nvPr/>
          </p:nvSpPr>
          <p:spPr>
            <a:xfrm>
              <a:off x="1836081" y="-622846"/>
              <a:ext cx="224162" cy="312921"/>
            </a:xfrm>
            <a:custGeom>
              <a:avLst/>
              <a:gdLst>
                <a:gd name="connsiteX0" fmla="*/ 175669 w 224162"/>
                <a:gd name="connsiteY0" fmla="*/ 145672 h 312921"/>
                <a:gd name="connsiteX1" fmla="*/ 205800 w 224162"/>
                <a:gd name="connsiteY1" fmla="*/ 84132 h 312921"/>
                <a:gd name="connsiteX2" fmla="*/ 143331 w 224162"/>
                <a:gd name="connsiteY2" fmla="*/ 4176 h 312921"/>
                <a:gd name="connsiteX3" fmla="*/ 99108 w 224162"/>
                <a:gd name="connsiteY3" fmla="*/ 0 h 312921"/>
                <a:gd name="connsiteX4" fmla="*/ 0 w 224162"/>
                <a:gd name="connsiteY4" fmla="*/ 0 h 312921"/>
                <a:gd name="connsiteX5" fmla="*/ 0 w 224162"/>
                <a:gd name="connsiteY5" fmla="*/ 312922 h 312921"/>
                <a:gd name="connsiteX6" fmla="*/ 110992 w 224162"/>
                <a:gd name="connsiteY6" fmla="*/ 312922 h 312921"/>
                <a:gd name="connsiteX7" fmla="*/ 161330 w 224162"/>
                <a:gd name="connsiteY7" fmla="*/ 305860 h 312921"/>
                <a:gd name="connsiteX8" fmla="*/ 224163 w 224162"/>
                <a:gd name="connsiteY8" fmla="*/ 221641 h 312921"/>
                <a:gd name="connsiteX9" fmla="*/ 175669 w 224162"/>
                <a:gd name="connsiteY9" fmla="*/ 145672 h 312921"/>
                <a:gd name="connsiteX10" fmla="*/ 53636 w 224162"/>
                <a:gd name="connsiteY10" fmla="*/ 49113 h 312921"/>
                <a:gd name="connsiteX11" fmla="*/ 101810 w 224162"/>
                <a:gd name="connsiteY11" fmla="*/ 49113 h 312921"/>
                <a:gd name="connsiteX12" fmla="*/ 131970 w 224162"/>
                <a:gd name="connsiteY12" fmla="*/ 54073 h 312921"/>
                <a:gd name="connsiteX13" fmla="*/ 152091 w 224162"/>
                <a:gd name="connsiteY13" fmla="*/ 88207 h 312921"/>
                <a:gd name="connsiteX14" fmla="*/ 131258 w 224162"/>
                <a:gd name="connsiteY14" fmla="*/ 122762 h 312921"/>
                <a:gd name="connsiteX15" fmla="*/ 103655 w 224162"/>
                <a:gd name="connsiteY15" fmla="*/ 127329 h 312921"/>
                <a:gd name="connsiteX16" fmla="*/ 53665 w 224162"/>
                <a:gd name="connsiteY16" fmla="*/ 127329 h 312921"/>
                <a:gd name="connsiteX17" fmla="*/ 134992 w 224162"/>
                <a:gd name="connsiteY17" fmla="*/ 261967 h 312921"/>
                <a:gd name="connsiteX18" fmla="*/ 113752 w 224162"/>
                <a:gd name="connsiteY18" fmla="*/ 263808 h 312921"/>
                <a:gd name="connsiteX19" fmla="*/ 53665 w 224162"/>
                <a:gd name="connsiteY19" fmla="*/ 263808 h 312921"/>
                <a:gd name="connsiteX20" fmla="*/ 53665 w 224162"/>
                <a:gd name="connsiteY20" fmla="*/ 175573 h 312921"/>
                <a:gd name="connsiteX21" fmla="*/ 118270 w 224162"/>
                <a:gd name="connsiteY21" fmla="*/ 175573 h 312921"/>
                <a:gd name="connsiteX22" fmla="*/ 135369 w 224162"/>
                <a:gd name="connsiteY22" fmla="*/ 177197 h 312921"/>
                <a:gd name="connsiteX23" fmla="*/ 170497 w 224162"/>
                <a:gd name="connsiteY23" fmla="*/ 219625 h 312921"/>
                <a:gd name="connsiteX24" fmla="*/ 134963 w 224162"/>
                <a:gd name="connsiteY24" fmla="*/ 261967 h 3129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24162" h="312921">
                  <a:moveTo>
                    <a:pt x="175669" y="145672"/>
                  </a:moveTo>
                  <a:cubicBezTo>
                    <a:pt x="196880" y="129417"/>
                    <a:pt x="205800" y="110770"/>
                    <a:pt x="205800" y="84132"/>
                  </a:cubicBezTo>
                  <a:cubicBezTo>
                    <a:pt x="205800" y="44256"/>
                    <a:pt x="181103" y="14370"/>
                    <a:pt x="143331" y="4176"/>
                  </a:cubicBezTo>
                  <a:cubicBezTo>
                    <a:pt x="133539" y="1552"/>
                    <a:pt x="117631" y="0"/>
                    <a:pt x="99108" y="0"/>
                  </a:cubicBezTo>
                  <a:lnTo>
                    <a:pt x="0" y="0"/>
                  </a:lnTo>
                  <a:lnTo>
                    <a:pt x="0" y="312922"/>
                  </a:lnTo>
                  <a:lnTo>
                    <a:pt x="110992" y="312922"/>
                  </a:lnTo>
                  <a:cubicBezTo>
                    <a:pt x="132624" y="312922"/>
                    <a:pt x="147122" y="310863"/>
                    <a:pt x="161330" y="305860"/>
                  </a:cubicBezTo>
                  <a:cubicBezTo>
                    <a:pt x="198521" y="292809"/>
                    <a:pt x="224163" y="263939"/>
                    <a:pt x="224163" y="221641"/>
                  </a:cubicBezTo>
                  <a:cubicBezTo>
                    <a:pt x="224163" y="186332"/>
                    <a:pt x="207354" y="161232"/>
                    <a:pt x="175669" y="145672"/>
                  </a:cubicBezTo>
                  <a:close/>
                  <a:moveTo>
                    <a:pt x="53636" y="49113"/>
                  </a:moveTo>
                  <a:lnTo>
                    <a:pt x="101810" y="49113"/>
                  </a:lnTo>
                  <a:cubicBezTo>
                    <a:pt x="112793" y="49113"/>
                    <a:pt x="124473" y="50563"/>
                    <a:pt x="131970" y="54073"/>
                  </a:cubicBezTo>
                  <a:cubicBezTo>
                    <a:pt x="145045" y="60090"/>
                    <a:pt x="152091" y="71328"/>
                    <a:pt x="152091" y="88207"/>
                  </a:cubicBezTo>
                  <a:cubicBezTo>
                    <a:pt x="152091" y="105085"/>
                    <a:pt x="144580" y="116773"/>
                    <a:pt x="131258" y="122762"/>
                  </a:cubicBezTo>
                  <a:cubicBezTo>
                    <a:pt x="124590" y="125749"/>
                    <a:pt x="114856" y="127329"/>
                    <a:pt x="103655" y="127329"/>
                  </a:cubicBezTo>
                  <a:lnTo>
                    <a:pt x="53665" y="127329"/>
                  </a:lnTo>
                  <a:close/>
                  <a:moveTo>
                    <a:pt x="134992" y="261967"/>
                  </a:moveTo>
                  <a:cubicBezTo>
                    <a:pt x="127987" y="263261"/>
                    <a:pt x="120875" y="263877"/>
                    <a:pt x="113752" y="263808"/>
                  </a:cubicBezTo>
                  <a:lnTo>
                    <a:pt x="53665" y="263808"/>
                  </a:lnTo>
                  <a:lnTo>
                    <a:pt x="53665" y="175573"/>
                  </a:lnTo>
                  <a:lnTo>
                    <a:pt x="118270" y="175573"/>
                  </a:lnTo>
                  <a:cubicBezTo>
                    <a:pt x="124010" y="175541"/>
                    <a:pt x="129738" y="176085"/>
                    <a:pt x="135369" y="177197"/>
                  </a:cubicBezTo>
                  <a:cubicBezTo>
                    <a:pt x="160764" y="182823"/>
                    <a:pt x="170497" y="202819"/>
                    <a:pt x="170497" y="219625"/>
                  </a:cubicBezTo>
                  <a:cubicBezTo>
                    <a:pt x="170497" y="241855"/>
                    <a:pt x="156188" y="256935"/>
                    <a:pt x="134963" y="261967"/>
                  </a:cubicBezTo>
                  <a:close/>
                </a:path>
              </a:pathLst>
            </a:custGeom>
            <a:solidFill>
              <a:srgbClr val="010101"/>
            </a:solidFill>
            <a:ln w="145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5935C402-87FC-9C4D-81CE-9E56ECE7FCDF}"/>
                </a:ext>
              </a:extLst>
            </p:cNvPr>
            <p:cNvSpPr/>
            <p:nvPr/>
          </p:nvSpPr>
          <p:spPr>
            <a:xfrm>
              <a:off x="2302362" y="-532348"/>
              <a:ext cx="225048" cy="222423"/>
            </a:xfrm>
            <a:custGeom>
              <a:avLst/>
              <a:gdLst>
                <a:gd name="connsiteX0" fmla="*/ 169001 w 225048"/>
                <a:gd name="connsiteY0" fmla="*/ 0 h 222423"/>
                <a:gd name="connsiteX1" fmla="*/ 113215 w 225048"/>
                <a:gd name="connsiteY1" fmla="*/ 158897 h 222423"/>
                <a:gd name="connsiteX2" fmla="*/ 56600 w 225048"/>
                <a:gd name="connsiteY2" fmla="*/ 0 h 222423"/>
                <a:gd name="connsiteX3" fmla="*/ 0 w 225048"/>
                <a:gd name="connsiteY3" fmla="*/ 0 h 222423"/>
                <a:gd name="connsiteX4" fmla="*/ 88503 w 225048"/>
                <a:gd name="connsiteY4" fmla="*/ 222424 h 222423"/>
                <a:gd name="connsiteX5" fmla="*/ 136720 w 225048"/>
                <a:gd name="connsiteY5" fmla="*/ 222424 h 222423"/>
                <a:gd name="connsiteX6" fmla="*/ 225049 w 225048"/>
                <a:gd name="connsiteY6" fmla="*/ 0 h 222423"/>
                <a:gd name="connsiteX7" fmla="*/ 169001 w 225048"/>
                <a:gd name="connsiteY7" fmla="*/ 0 h 2224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25048" h="222423">
                  <a:moveTo>
                    <a:pt x="169001" y="0"/>
                  </a:moveTo>
                  <a:lnTo>
                    <a:pt x="113215" y="158897"/>
                  </a:lnTo>
                  <a:lnTo>
                    <a:pt x="56600" y="0"/>
                  </a:lnTo>
                  <a:lnTo>
                    <a:pt x="0" y="0"/>
                  </a:lnTo>
                  <a:lnTo>
                    <a:pt x="88503" y="222424"/>
                  </a:lnTo>
                  <a:lnTo>
                    <a:pt x="136720" y="222424"/>
                  </a:lnTo>
                  <a:lnTo>
                    <a:pt x="225049" y="0"/>
                  </a:lnTo>
                  <a:lnTo>
                    <a:pt x="169001" y="0"/>
                  </a:lnTo>
                  <a:close/>
                </a:path>
              </a:pathLst>
            </a:custGeom>
            <a:solidFill>
              <a:srgbClr val="010101"/>
            </a:solidFill>
            <a:ln w="145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6A1CC364-F4C8-7844-B75E-97248698E11B}"/>
                </a:ext>
              </a:extLst>
            </p:cNvPr>
            <p:cNvSpPr/>
            <p:nvPr/>
          </p:nvSpPr>
          <p:spPr>
            <a:xfrm>
              <a:off x="2079594" y="-537104"/>
              <a:ext cx="227215" cy="231936"/>
            </a:xfrm>
            <a:custGeom>
              <a:avLst/>
              <a:gdLst>
                <a:gd name="connsiteX0" fmla="*/ 112721 w 227215"/>
                <a:gd name="connsiteY0" fmla="*/ 0 h 231936"/>
                <a:gd name="connsiteX1" fmla="*/ 0 w 227215"/>
                <a:gd name="connsiteY1" fmla="*/ 117527 h 231936"/>
                <a:gd name="connsiteX2" fmla="*/ 114943 w 227215"/>
                <a:gd name="connsiteY2" fmla="*/ 231936 h 231936"/>
                <a:gd name="connsiteX3" fmla="*/ 220211 w 227215"/>
                <a:gd name="connsiteY3" fmla="*/ 158940 h 231936"/>
                <a:gd name="connsiteX4" fmla="*/ 167083 w 227215"/>
                <a:gd name="connsiteY4" fmla="*/ 158940 h 231936"/>
                <a:gd name="connsiteX5" fmla="*/ 115829 w 227215"/>
                <a:gd name="connsiteY5" fmla="*/ 186491 h 231936"/>
                <a:gd name="connsiteX6" fmla="*/ 51690 w 227215"/>
                <a:gd name="connsiteY6" fmla="*/ 134899 h 231936"/>
                <a:gd name="connsiteX7" fmla="*/ 225601 w 227215"/>
                <a:gd name="connsiteY7" fmla="*/ 134899 h 231936"/>
                <a:gd name="connsiteX8" fmla="*/ 227184 w 227215"/>
                <a:gd name="connsiteY8" fmla="*/ 113771 h 231936"/>
                <a:gd name="connsiteX9" fmla="*/ 112721 w 227215"/>
                <a:gd name="connsiteY9" fmla="*/ 0 h 231936"/>
                <a:gd name="connsiteX10" fmla="*/ 51850 w 227215"/>
                <a:gd name="connsiteY10" fmla="*/ 98473 h 231936"/>
                <a:gd name="connsiteX11" fmla="*/ 113200 w 227215"/>
                <a:gd name="connsiteY11" fmla="*/ 45416 h 231936"/>
                <a:gd name="connsiteX12" fmla="*/ 175349 w 227215"/>
                <a:gd name="connsiteY12" fmla="*/ 98473 h 2319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27215" h="231936">
                  <a:moveTo>
                    <a:pt x="112721" y="0"/>
                  </a:moveTo>
                  <a:cubicBezTo>
                    <a:pt x="49293" y="0"/>
                    <a:pt x="0" y="50940"/>
                    <a:pt x="0" y="117527"/>
                  </a:cubicBezTo>
                  <a:cubicBezTo>
                    <a:pt x="0" y="178980"/>
                    <a:pt x="48537" y="231936"/>
                    <a:pt x="114943" y="231936"/>
                  </a:cubicBezTo>
                  <a:cubicBezTo>
                    <a:pt x="163451" y="231936"/>
                    <a:pt x="201020" y="204081"/>
                    <a:pt x="220211" y="158940"/>
                  </a:cubicBezTo>
                  <a:lnTo>
                    <a:pt x="167083" y="158940"/>
                  </a:lnTo>
                  <a:cubicBezTo>
                    <a:pt x="155112" y="176820"/>
                    <a:pt x="139074" y="186491"/>
                    <a:pt x="115829" y="186491"/>
                  </a:cubicBezTo>
                  <a:cubicBezTo>
                    <a:pt x="81210" y="186491"/>
                    <a:pt x="58561" y="166191"/>
                    <a:pt x="51690" y="134899"/>
                  </a:cubicBezTo>
                  <a:lnTo>
                    <a:pt x="225601" y="134899"/>
                  </a:lnTo>
                  <a:cubicBezTo>
                    <a:pt x="226825" y="127925"/>
                    <a:pt x="227355" y="120849"/>
                    <a:pt x="227184" y="113771"/>
                  </a:cubicBezTo>
                  <a:cubicBezTo>
                    <a:pt x="226647" y="54000"/>
                    <a:pt x="180696" y="0"/>
                    <a:pt x="112721" y="0"/>
                  </a:cubicBezTo>
                  <a:close/>
                  <a:moveTo>
                    <a:pt x="51850" y="98473"/>
                  </a:moveTo>
                  <a:cubicBezTo>
                    <a:pt x="55598" y="66456"/>
                    <a:pt x="81602" y="45416"/>
                    <a:pt x="113200" y="45416"/>
                  </a:cubicBezTo>
                  <a:cubicBezTo>
                    <a:pt x="146396" y="45416"/>
                    <a:pt x="171630" y="67355"/>
                    <a:pt x="175349" y="98473"/>
                  </a:cubicBezTo>
                  <a:close/>
                </a:path>
              </a:pathLst>
            </a:custGeom>
            <a:solidFill>
              <a:srgbClr val="010101"/>
            </a:solidFill>
            <a:ln w="145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6AFBA741-2ACB-D343-81BA-4782D6F3E540}"/>
                </a:ext>
              </a:extLst>
            </p:cNvPr>
            <p:cNvSpPr/>
            <p:nvPr/>
          </p:nvSpPr>
          <p:spPr>
            <a:xfrm>
              <a:off x="918597" y="-622860"/>
              <a:ext cx="543801" cy="312936"/>
            </a:xfrm>
            <a:custGeom>
              <a:avLst/>
              <a:gdLst>
                <a:gd name="connsiteX0" fmla="*/ 494756 w 543801"/>
                <a:gd name="connsiteY0" fmla="*/ 146122 h 312936"/>
                <a:gd name="connsiteX1" fmla="*/ 525351 w 543801"/>
                <a:gd name="connsiteY1" fmla="*/ 84147 h 312936"/>
                <a:gd name="connsiteX2" fmla="*/ 462882 w 543801"/>
                <a:gd name="connsiteY2" fmla="*/ 4191 h 312936"/>
                <a:gd name="connsiteX3" fmla="*/ 418660 w 543801"/>
                <a:gd name="connsiteY3" fmla="*/ 15 h 312936"/>
                <a:gd name="connsiteX4" fmla="*/ 319552 w 543801"/>
                <a:gd name="connsiteY4" fmla="*/ 15 h 312936"/>
                <a:gd name="connsiteX5" fmla="*/ 319552 w 543801"/>
                <a:gd name="connsiteY5" fmla="*/ 132056 h 312936"/>
                <a:gd name="connsiteX6" fmla="*/ 239649 w 543801"/>
                <a:gd name="connsiteY6" fmla="*/ 151299 h 312936"/>
                <a:gd name="connsiteX7" fmla="*/ 177732 w 543801"/>
                <a:gd name="connsiteY7" fmla="*/ 0 h 312936"/>
                <a:gd name="connsiteX8" fmla="*/ 127946 w 543801"/>
                <a:gd name="connsiteY8" fmla="*/ 0 h 312936"/>
                <a:gd name="connsiteX9" fmla="*/ 0 w 543801"/>
                <a:gd name="connsiteY9" fmla="*/ 312936 h 312936"/>
                <a:gd name="connsiteX10" fmla="*/ 52198 w 543801"/>
                <a:gd name="connsiteY10" fmla="*/ 312936 h 312936"/>
                <a:gd name="connsiteX11" fmla="*/ 207252 w 543801"/>
                <a:gd name="connsiteY11" fmla="*/ 208532 h 312936"/>
                <a:gd name="connsiteX12" fmla="*/ 246477 w 543801"/>
                <a:gd name="connsiteY12" fmla="*/ 312936 h 312936"/>
                <a:gd name="connsiteX13" fmla="*/ 305678 w 543801"/>
                <a:gd name="connsiteY13" fmla="*/ 312936 h 312936"/>
                <a:gd name="connsiteX14" fmla="*/ 256124 w 543801"/>
                <a:gd name="connsiteY14" fmla="*/ 191697 h 312936"/>
                <a:gd name="connsiteX15" fmla="*/ 319552 w 543801"/>
                <a:gd name="connsiteY15" fmla="*/ 178139 h 312936"/>
                <a:gd name="connsiteX16" fmla="*/ 319552 w 543801"/>
                <a:gd name="connsiteY16" fmla="*/ 312893 h 312936"/>
                <a:gd name="connsiteX17" fmla="*/ 346486 w 543801"/>
                <a:gd name="connsiteY17" fmla="*/ 312893 h 312936"/>
                <a:gd name="connsiteX18" fmla="*/ 346486 w 543801"/>
                <a:gd name="connsiteY18" fmla="*/ 312893 h 312936"/>
                <a:gd name="connsiteX19" fmla="*/ 441091 w 543801"/>
                <a:gd name="connsiteY19" fmla="*/ 312893 h 312936"/>
                <a:gd name="connsiteX20" fmla="*/ 543802 w 543801"/>
                <a:gd name="connsiteY20" fmla="*/ 221539 h 312936"/>
                <a:gd name="connsiteX21" fmla="*/ 494756 w 543801"/>
                <a:gd name="connsiteY21" fmla="*/ 146122 h 312936"/>
                <a:gd name="connsiteX22" fmla="*/ 82546 w 543801"/>
                <a:gd name="connsiteY22" fmla="*/ 241826 h 312936"/>
                <a:gd name="connsiteX23" fmla="*/ 152280 w 543801"/>
                <a:gd name="connsiteY23" fmla="*/ 61874 h 312936"/>
                <a:gd name="connsiteX24" fmla="*/ 192797 w 543801"/>
                <a:gd name="connsiteY24" fmla="*/ 169772 h 312936"/>
                <a:gd name="connsiteX25" fmla="*/ 82546 w 543801"/>
                <a:gd name="connsiteY25" fmla="*/ 241855 h 312936"/>
                <a:gd name="connsiteX26" fmla="*/ 373232 w 543801"/>
                <a:gd name="connsiteY26" fmla="*/ 49128 h 312936"/>
                <a:gd name="connsiteX27" fmla="*/ 419270 w 543801"/>
                <a:gd name="connsiteY27" fmla="*/ 49128 h 312936"/>
                <a:gd name="connsiteX28" fmla="*/ 444650 w 543801"/>
                <a:gd name="connsiteY28" fmla="*/ 52289 h 312936"/>
                <a:gd name="connsiteX29" fmla="*/ 471686 w 543801"/>
                <a:gd name="connsiteY29" fmla="*/ 92339 h 312936"/>
                <a:gd name="connsiteX30" fmla="*/ 446059 w 543801"/>
                <a:gd name="connsiteY30" fmla="*/ 130809 h 312936"/>
                <a:gd name="connsiteX31" fmla="*/ 395720 w 543801"/>
                <a:gd name="connsiteY31" fmla="*/ 126865 h 312936"/>
                <a:gd name="connsiteX32" fmla="*/ 373232 w 543801"/>
                <a:gd name="connsiteY32" fmla="*/ 127213 h 312936"/>
                <a:gd name="connsiteX33" fmla="*/ 437793 w 543801"/>
                <a:gd name="connsiteY33" fmla="*/ 263736 h 312936"/>
                <a:gd name="connsiteX34" fmla="*/ 373232 w 543801"/>
                <a:gd name="connsiteY34" fmla="*/ 263736 h 312936"/>
                <a:gd name="connsiteX35" fmla="*/ 373232 w 543801"/>
                <a:gd name="connsiteY35" fmla="*/ 173833 h 312936"/>
                <a:gd name="connsiteX36" fmla="*/ 397202 w 543801"/>
                <a:gd name="connsiteY36" fmla="*/ 173398 h 312936"/>
                <a:gd name="connsiteX37" fmla="*/ 490078 w 543801"/>
                <a:gd name="connsiteY37" fmla="*/ 221568 h 312936"/>
                <a:gd name="connsiteX38" fmla="*/ 437793 w 543801"/>
                <a:gd name="connsiteY38" fmla="*/ 263779 h 3129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543801" h="312936">
                  <a:moveTo>
                    <a:pt x="494756" y="146122"/>
                  </a:moveTo>
                  <a:cubicBezTo>
                    <a:pt x="517361" y="129620"/>
                    <a:pt x="525351" y="104955"/>
                    <a:pt x="525351" y="84147"/>
                  </a:cubicBezTo>
                  <a:cubicBezTo>
                    <a:pt x="525351" y="44270"/>
                    <a:pt x="500654" y="14385"/>
                    <a:pt x="462882" y="4191"/>
                  </a:cubicBezTo>
                  <a:cubicBezTo>
                    <a:pt x="453090" y="1566"/>
                    <a:pt x="437183" y="15"/>
                    <a:pt x="418660" y="15"/>
                  </a:cubicBezTo>
                  <a:lnTo>
                    <a:pt x="319552" y="15"/>
                  </a:lnTo>
                  <a:lnTo>
                    <a:pt x="319552" y="132056"/>
                  </a:lnTo>
                  <a:cubicBezTo>
                    <a:pt x="292413" y="136165"/>
                    <a:pt x="265679" y="142603"/>
                    <a:pt x="239649" y="151299"/>
                  </a:cubicBezTo>
                  <a:lnTo>
                    <a:pt x="177732" y="0"/>
                  </a:lnTo>
                  <a:lnTo>
                    <a:pt x="127946" y="0"/>
                  </a:lnTo>
                  <a:lnTo>
                    <a:pt x="0" y="312936"/>
                  </a:lnTo>
                  <a:lnTo>
                    <a:pt x="52198" y="312936"/>
                  </a:lnTo>
                  <a:cubicBezTo>
                    <a:pt x="97321" y="265331"/>
                    <a:pt x="151175" y="231168"/>
                    <a:pt x="207252" y="208532"/>
                  </a:cubicBezTo>
                  <a:lnTo>
                    <a:pt x="246477" y="312936"/>
                  </a:lnTo>
                  <a:lnTo>
                    <a:pt x="305678" y="312936"/>
                  </a:lnTo>
                  <a:lnTo>
                    <a:pt x="256124" y="191697"/>
                  </a:lnTo>
                  <a:cubicBezTo>
                    <a:pt x="276944" y="185787"/>
                    <a:pt x="298133" y="181258"/>
                    <a:pt x="319552" y="178139"/>
                  </a:cubicBezTo>
                  <a:lnTo>
                    <a:pt x="319552" y="312893"/>
                  </a:lnTo>
                  <a:lnTo>
                    <a:pt x="346486" y="312893"/>
                  </a:lnTo>
                  <a:lnTo>
                    <a:pt x="346486" y="312893"/>
                  </a:lnTo>
                  <a:lnTo>
                    <a:pt x="441091" y="312893"/>
                  </a:lnTo>
                  <a:cubicBezTo>
                    <a:pt x="507918" y="312893"/>
                    <a:pt x="543802" y="273741"/>
                    <a:pt x="543802" y="221539"/>
                  </a:cubicBezTo>
                  <a:cubicBezTo>
                    <a:pt x="543802" y="190015"/>
                    <a:pt x="528097" y="163117"/>
                    <a:pt x="494756" y="146122"/>
                  </a:cubicBezTo>
                  <a:close/>
                  <a:moveTo>
                    <a:pt x="82546" y="241826"/>
                  </a:moveTo>
                  <a:lnTo>
                    <a:pt x="152280" y="61874"/>
                  </a:lnTo>
                  <a:lnTo>
                    <a:pt x="192797" y="169772"/>
                  </a:lnTo>
                  <a:cubicBezTo>
                    <a:pt x="150798" y="188986"/>
                    <a:pt x="113432" y="213608"/>
                    <a:pt x="82546" y="241855"/>
                  </a:cubicBezTo>
                  <a:close/>
                  <a:moveTo>
                    <a:pt x="373232" y="49128"/>
                  </a:moveTo>
                  <a:lnTo>
                    <a:pt x="419270" y="49128"/>
                  </a:lnTo>
                  <a:cubicBezTo>
                    <a:pt x="429788" y="49128"/>
                    <a:pt x="438606" y="50317"/>
                    <a:pt x="444650" y="52289"/>
                  </a:cubicBezTo>
                  <a:cubicBezTo>
                    <a:pt x="462083" y="57988"/>
                    <a:pt x="471686" y="71140"/>
                    <a:pt x="471686" y="92339"/>
                  </a:cubicBezTo>
                  <a:cubicBezTo>
                    <a:pt x="471686" y="111973"/>
                    <a:pt x="461778" y="124879"/>
                    <a:pt x="446059" y="130809"/>
                  </a:cubicBezTo>
                  <a:cubicBezTo>
                    <a:pt x="429419" y="128095"/>
                    <a:pt x="412581" y="126776"/>
                    <a:pt x="395720" y="126865"/>
                  </a:cubicBezTo>
                  <a:cubicBezTo>
                    <a:pt x="388718" y="126865"/>
                    <a:pt x="381018" y="126967"/>
                    <a:pt x="373232" y="127213"/>
                  </a:cubicBezTo>
                  <a:close/>
                  <a:moveTo>
                    <a:pt x="437793" y="263736"/>
                  </a:moveTo>
                  <a:lnTo>
                    <a:pt x="373232" y="263736"/>
                  </a:lnTo>
                  <a:lnTo>
                    <a:pt x="373232" y="173833"/>
                  </a:lnTo>
                  <a:cubicBezTo>
                    <a:pt x="381411" y="173485"/>
                    <a:pt x="389445" y="173311"/>
                    <a:pt x="397202" y="173398"/>
                  </a:cubicBezTo>
                  <a:cubicBezTo>
                    <a:pt x="455923" y="174152"/>
                    <a:pt x="490078" y="191219"/>
                    <a:pt x="490078" y="221568"/>
                  </a:cubicBezTo>
                  <a:cubicBezTo>
                    <a:pt x="490078" y="248887"/>
                    <a:pt x="465613" y="263779"/>
                    <a:pt x="437793" y="263779"/>
                  </a:cubicBezTo>
                  <a:close/>
                </a:path>
              </a:pathLst>
            </a:custGeom>
            <a:solidFill>
              <a:srgbClr val="010101"/>
            </a:solidFill>
            <a:ln w="145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E281CD-A54D-3442-B2F6-DCC90535935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199" y="5807699"/>
            <a:ext cx="3045759" cy="184944"/>
          </a:xfrm>
        </p:spPr>
        <p:txBody>
          <a:bodyPr rIns="0" anchor="b"/>
          <a:lstStyle>
            <a:lvl1pPr algn="l">
              <a:defRPr lang="en-US" sz="1200" b="1" kern="1200" baseline="0" dirty="0" smtClean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algn="r">
              <a:defRPr lang="en-US" sz="1200" b="1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algn="r">
              <a:defRPr lang="en-US" sz="1200" b="1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algn="r">
              <a:defRPr lang="en-US" sz="1200" b="1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algn="r">
              <a:defRPr lang="en-US" sz="1200" b="1" kern="120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Subtitle Goes Here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F444DE9C-F571-BB4C-9C1C-7332F4140BF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200" y="5985930"/>
            <a:ext cx="3045758" cy="184944"/>
          </a:xfrm>
        </p:spPr>
        <p:txBody>
          <a:bodyPr rIns="0" anchor="b"/>
          <a:lstStyle>
            <a:lvl1pPr algn="l">
              <a:defRPr lang="en-US" sz="1200" b="0" kern="1200" baseline="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algn="r">
              <a:defRPr lang="en-US" sz="1200" b="1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algn="r">
              <a:defRPr lang="en-US" sz="1200" b="1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algn="r">
              <a:defRPr lang="en-US" sz="1200" b="1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algn="r">
              <a:defRPr lang="en-US" sz="1200" b="1" kern="120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00.00.0000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1B3CE5-5669-E845-98B1-856DE736BC1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0" y="2526233"/>
            <a:ext cx="6204930" cy="2097587"/>
          </a:xfrm>
        </p:spPr>
        <p:txBody>
          <a:bodyPr rIns="0" anchor="ctr"/>
          <a:lstStyle>
            <a:lvl1pPr algn="l">
              <a:lnSpc>
                <a:spcPct val="80000"/>
              </a:lnSpc>
              <a:defRPr kumimoji="0" lang="en-US" sz="5600" b="1" i="0" u="none" strike="noStrike" kern="120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/>
                <a:ea typeface="+mj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Two or Three-Line Presentation Title Goes Here</a:t>
            </a:r>
          </a:p>
        </p:txBody>
      </p:sp>
    </p:spTree>
    <p:extLst>
      <p:ext uri="{BB962C8B-B14F-4D97-AF65-F5344CB8AC3E}">
        <p14:creationId xmlns:p14="http://schemas.microsoft.com/office/powerpoint/2010/main" val="5715958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A155C34B-A66B-454E-A049-6BF0F82D4EC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862" t="16411" r="33166" b="17618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25" name="Graphic 4">
            <a:extLst>
              <a:ext uri="{FF2B5EF4-FFF2-40B4-BE49-F238E27FC236}">
                <a16:creationId xmlns:a16="http://schemas.microsoft.com/office/drawing/2014/main" id="{7E7758C5-ECC7-B540-BC94-E927D20811EE}"/>
              </a:ext>
            </a:extLst>
          </p:cNvPr>
          <p:cNvGrpSpPr/>
          <p:nvPr userDrawn="1"/>
        </p:nvGrpSpPr>
        <p:grpSpPr>
          <a:xfrm>
            <a:off x="453487" y="610181"/>
            <a:ext cx="2029870" cy="373384"/>
            <a:chOff x="497541" y="-650117"/>
            <a:chExt cx="2029870" cy="373384"/>
          </a:xfrm>
          <a:solidFill>
            <a:srgbClr val="010101"/>
          </a:solidFill>
        </p:grpSpPr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C0E54352-DA9D-6A45-8DDA-592DA4618DFE}"/>
                </a:ext>
              </a:extLst>
            </p:cNvPr>
            <p:cNvSpPr/>
            <p:nvPr/>
          </p:nvSpPr>
          <p:spPr>
            <a:xfrm>
              <a:off x="497541" y="-650117"/>
              <a:ext cx="375677" cy="373384"/>
            </a:xfrm>
            <a:custGeom>
              <a:avLst/>
              <a:gdLst>
                <a:gd name="connsiteX0" fmla="*/ 187684 w 375677"/>
                <a:gd name="connsiteY0" fmla="*/ 231177 h 373384"/>
                <a:gd name="connsiteX1" fmla="*/ 231092 w 375677"/>
                <a:gd name="connsiteY1" fmla="*/ 370542 h 373384"/>
                <a:gd name="connsiteX2" fmla="*/ 370493 w 375677"/>
                <a:gd name="connsiteY2" fmla="*/ 144178 h 373384"/>
                <a:gd name="connsiteX3" fmla="*/ 311605 w 375677"/>
                <a:gd name="connsiteY3" fmla="*/ 46614 h 373384"/>
                <a:gd name="connsiteX4" fmla="*/ 187684 w 375677"/>
                <a:gd name="connsiteY4" fmla="*/ 231177 h 373384"/>
                <a:gd name="connsiteX5" fmla="*/ 45210 w 375677"/>
                <a:gd name="connsiteY5" fmla="*/ 172958 h 373384"/>
                <a:gd name="connsiteX6" fmla="*/ 220168 w 375677"/>
                <a:gd name="connsiteY6" fmla="*/ 2895 h 373384"/>
                <a:gd name="connsiteX7" fmla="*/ 2171 w 375677"/>
                <a:gd name="connsiteY7" fmla="*/ 155143 h 373384"/>
                <a:gd name="connsiteX8" fmla="*/ 0 w 375677"/>
                <a:gd name="connsiteY8" fmla="*/ 171653 h 373384"/>
                <a:gd name="connsiteX9" fmla="*/ 45210 w 375677"/>
                <a:gd name="connsiteY9" fmla="*/ 172958 h 373384"/>
                <a:gd name="connsiteX10" fmla="*/ 38426 w 375677"/>
                <a:gd name="connsiteY10" fmla="*/ 231699 h 373384"/>
                <a:gd name="connsiteX11" fmla="*/ 2513 w 375677"/>
                <a:gd name="connsiteY11" fmla="*/ 222274 h 373384"/>
                <a:gd name="connsiteX12" fmla="*/ 158628 w 375677"/>
                <a:gd name="connsiteY12" fmla="*/ 373384 h 373384"/>
                <a:gd name="connsiteX13" fmla="*/ 38426 w 375677"/>
                <a:gd name="connsiteY13" fmla="*/ 231699 h 37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75677" h="373384">
                  <a:moveTo>
                    <a:pt x="187684" y="231177"/>
                  </a:moveTo>
                  <a:cubicBezTo>
                    <a:pt x="185300" y="281280"/>
                    <a:pt x="200669" y="330620"/>
                    <a:pt x="231092" y="370542"/>
                  </a:cubicBezTo>
                  <a:cubicBezTo>
                    <a:pt x="332213" y="346456"/>
                    <a:pt x="394624" y="245109"/>
                    <a:pt x="370493" y="144178"/>
                  </a:cubicBezTo>
                  <a:cubicBezTo>
                    <a:pt x="361450" y="106358"/>
                    <a:pt x="340875" y="72270"/>
                    <a:pt x="311605" y="46614"/>
                  </a:cubicBezTo>
                  <a:cubicBezTo>
                    <a:pt x="239091" y="80307"/>
                    <a:pt x="191340" y="151425"/>
                    <a:pt x="187684" y="231177"/>
                  </a:cubicBezTo>
                  <a:close/>
                  <a:moveTo>
                    <a:pt x="45210" y="172958"/>
                  </a:moveTo>
                  <a:cubicBezTo>
                    <a:pt x="139146" y="164779"/>
                    <a:pt x="211451" y="91726"/>
                    <a:pt x="220168" y="2895"/>
                  </a:cubicBezTo>
                  <a:cubicBezTo>
                    <a:pt x="117849" y="-15148"/>
                    <a:pt x="20248" y="53016"/>
                    <a:pt x="2171" y="155143"/>
                  </a:cubicBezTo>
                  <a:cubicBezTo>
                    <a:pt x="1203" y="160612"/>
                    <a:pt x="479" y="166120"/>
                    <a:pt x="0" y="171653"/>
                  </a:cubicBezTo>
                  <a:cubicBezTo>
                    <a:pt x="14969" y="173829"/>
                    <a:pt x="30140" y="174267"/>
                    <a:pt x="45210" y="172958"/>
                  </a:cubicBezTo>
                  <a:close/>
                  <a:moveTo>
                    <a:pt x="38426" y="231699"/>
                  </a:moveTo>
                  <a:cubicBezTo>
                    <a:pt x="26753" y="227519"/>
                    <a:pt x="14736" y="224366"/>
                    <a:pt x="2513" y="222274"/>
                  </a:cubicBezTo>
                  <a:cubicBezTo>
                    <a:pt x="17141" y="300613"/>
                    <a:pt x="79730" y="361196"/>
                    <a:pt x="158628" y="373384"/>
                  </a:cubicBezTo>
                  <a:cubicBezTo>
                    <a:pt x="156609" y="315484"/>
                    <a:pt x="109597" y="257162"/>
                    <a:pt x="38426" y="231699"/>
                  </a:cubicBezTo>
                  <a:close/>
                </a:path>
              </a:pathLst>
            </a:custGeom>
            <a:solidFill>
              <a:srgbClr val="010101"/>
            </a:solidFill>
            <a:ln w="145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8422E281-917E-B74F-B168-E31E6BB6D96F}"/>
                </a:ext>
              </a:extLst>
            </p:cNvPr>
            <p:cNvSpPr/>
            <p:nvPr/>
          </p:nvSpPr>
          <p:spPr>
            <a:xfrm>
              <a:off x="1494055" y="-622846"/>
              <a:ext cx="54246" cy="312921"/>
            </a:xfrm>
            <a:custGeom>
              <a:avLst/>
              <a:gdLst>
                <a:gd name="connsiteX0" fmla="*/ 0 w 54246"/>
                <a:gd name="connsiteY0" fmla="*/ 0 h 312921"/>
                <a:gd name="connsiteX1" fmla="*/ 54247 w 54246"/>
                <a:gd name="connsiteY1" fmla="*/ 0 h 312921"/>
                <a:gd name="connsiteX2" fmla="*/ 54247 w 54246"/>
                <a:gd name="connsiteY2" fmla="*/ 312922 h 312921"/>
                <a:gd name="connsiteX3" fmla="*/ 0 w 54246"/>
                <a:gd name="connsiteY3" fmla="*/ 312922 h 3129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246" h="312921">
                  <a:moveTo>
                    <a:pt x="0" y="0"/>
                  </a:moveTo>
                  <a:lnTo>
                    <a:pt x="54247" y="0"/>
                  </a:lnTo>
                  <a:lnTo>
                    <a:pt x="54247" y="312922"/>
                  </a:lnTo>
                  <a:lnTo>
                    <a:pt x="0" y="312922"/>
                  </a:lnTo>
                  <a:close/>
                </a:path>
              </a:pathLst>
            </a:custGeom>
            <a:solidFill>
              <a:srgbClr val="010101"/>
            </a:solidFill>
            <a:ln w="145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281E3174-F74F-F84F-90B1-8909ECE00B83}"/>
                </a:ext>
              </a:extLst>
            </p:cNvPr>
            <p:cNvSpPr/>
            <p:nvPr/>
          </p:nvSpPr>
          <p:spPr>
            <a:xfrm>
              <a:off x="1593657" y="-537104"/>
              <a:ext cx="202995" cy="227179"/>
            </a:xfrm>
            <a:custGeom>
              <a:avLst/>
              <a:gdLst>
                <a:gd name="connsiteX0" fmla="*/ 118401 w 202995"/>
                <a:gd name="connsiteY0" fmla="*/ 0 h 227179"/>
                <a:gd name="connsiteX1" fmla="*/ 48871 w 202995"/>
                <a:gd name="connsiteY1" fmla="*/ 37310 h 227179"/>
                <a:gd name="connsiteX2" fmla="*/ 48871 w 202995"/>
                <a:gd name="connsiteY2" fmla="*/ 4756 h 227179"/>
                <a:gd name="connsiteX3" fmla="*/ 0 w 202995"/>
                <a:gd name="connsiteY3" fmla="*/ 4756 h 227179"/>
                <a:gd name="connsiteX4" fmla="*/ 0 w 202995"/>
                <a:gd name="connsiteY4" fmla="*/ 227180 h 227179"/>
                <a:gd name="connsiteX5" fmla="*/ 52300 w 202995"/>
                <a:gd name="connsiteY5" fmla="*/ 227180 h 227179"/>
                <a:gd name="connsiteX6" fmla="*/ 52300 w 202995"/>
                <a:gd name="connsiteY6" fmla="*/ 109363 h 227179"/>
                <a:gd name="connsiteX7" fmla="*/ 54755 w 202995"/>
                <a:gd name="connsiteY7" fmla="*/ 84872 h 227179"/>
                <a:gd name="connsiteX8" fmla="*/ 103103 w 202995"/>
                <a:gd name="connsiteY8" fmla="*/ 46953 h 227179"/>
                <a:gd name="connsiteX9" fmla="*/ 148982 w 202995"/>
                <a:gd name="connsiteY9" fmla="*/ 85974 h 227179"/>
                <a:gd name="connsiteX10" fmla="*/ 150696 w 202995"/>
                <a:gd name="connsiteY10" fmla="*/ 109320 h 227179"/>
                <a:gd name="connsiteX11" fmla="*/ 150696 w 202995"/>
                <a:gd name="connsiteY11" fmla="*/ 227180 h 227179"/>
                <a:gd name="connsiteX12" fmla="*/ 202996 w 202995"/>
                <a:gd name="connsiteY12" fmla="*/ 227180 h 227179"/>
                <a:gd name="connsiteX13" fmla="*/ 202996 w 202995"/>
                <a:gd name="connsiteY13" fmla="*/ 95559 h 227179"/>
                <a:gd name="connsiteX14" fmla="*/ 198056 w 202995"/>
                <a:gd name="connsiteY14" fmla="*/ 56045 h 227179"/>
                <a:gd name="connsiteX15" fmla="*/ 118401 w 202995"/>
                <a:gd name="connsiteY15" fmla="*/ 0 h 227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02995" h="227179">
                  <a:moveTo>
                    <a:pt x="118401" y="0"/>
                  </a:moveTo>
                  <a:cubicBezTo>
                    <a:pt x="91394" y="0"/>
                    <a:pt x="65549" y="10150"/>
                    <a:pt x="48871" y="37310"/>
                  </a:cubicBezTo>
                  <a:lnTo>
                    <a:pt x="48871" y="4756"/>
                  </a:lnTo>
                  <a:lnTo>
                    <a:pt x="0" y="4756"/>
                  </a:lnTo>
                  <a:lnTo>
                    <a:pt x="0" y="227180"/>
                  </a:lnTo>
                  <a:lnTo>
                    <a:pt x="52300" y="227180"/>
                  </a:lnTo>
                  <a:lnTo>
                    <a:pt x="52300" y="109363"/>
                  </a:lnTo>
                  <a:cubicBezTo>
                    <a:pt x="52167" y="101132"/>
                    <a:pt x="52991" y="92913"/>
                    <a:pt x="54755" y="84872"/>
                  </a:cubicBezTo>
                  <a:cubicBezTo>
                    <a:pt x="60769" y="60888"/>
                    <a:pt x="77898" y="46953"/>
                    <a:pt x="103103" y="46953"/>
                  </a:cubicBezTo>
                  <a:cubicBezTo>
                    <a:pt x="129151" y="46953"/>
                    <a:pt x="144159" y="60003"/>
                    <a:pt x="148982" y="85974"/>
                  </a:cubicBezTo>
                  <a:cubicBezTo>
                    <a:pt x="150207" y="93694"/>
                    <a:pt x="150780" y="101503"/>
                    <a:pt x="150696" y="109320"/>
                  </a:cubicBezTo>
                  <a:lnTo>
                    <a:pt x="150696" y="227180"/>
                  </a:lnTo>
                  <a:lnTo>
                    <a:pt x="202996" y="227180"/>
                  </a:lnTo>
                  <a:lnTo>
                    <a:pt x="202996" y="95559"/>
                  </a:lnTo>
                  <a:cubicBezTo>
                    <a:pt x="202996" y="80783"/>
                    <a:pt x="201543" y="67442"/>
                    <a:pt x="198056" y="56045"/>
                  </a:cubicBezTo>
                  <a:cubicBezTo>
                    <a:pt x="186681" y="18242"/>
                    <a:pt x="156347" y="0"/>
                    <a:pt x="118401" y="0"/>
                  </a:cubicBezTo>
                  <a:close/>
                </a:path>
              </a:pathLst>
            </a:custGeom>
            <a:solidFill>
              <a:srgbClr val="010101"/>
            </a:solidFill>
            <a:ln w="145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5D6E0B5A-B49C-C949-8AB3-DDDC66549294}"/>
                </a:ext>
              </a:extLst>
            </p:cNvPr>
            <p:cNvSpPr/>
            <p:nvPr/>
          </p:nvSpPr>
          <p:spPr>
            <a:xfrm>
              <a:off x="1836081" y="-622846"/>
              <a:ext cx="224162" cy="312921"/>
            </a:xfrm>
            <a:custGeom>
              <a:avLst/>
              <a:gdLst>
                <a:gd name="connsiteX0" fmla="*/ 175669 w 224162"/>
                <a:gd name="connsiteY0" fmla="*/ 145672 h 312921"/>
                <a:gd name="connsiteX1" fmla="*/ 205800 w 224162"/>
                <a:gd name="connsiteY1" fmla="*/ 84132 h 312921"/>
                <a:gd name="connsiteX2" fmla="*/ 143331 w 224162"/>
                <a:gd name="connsiteY2" fmla="*/ 4176 h 312921"/>
                <a:gd name="connsiteX3" fmla="*/ 99108 w 224162"/>
                <a:gd name="connsiteY3" fmla="*/ 0 h 312921"/>
                <a:gd name="connsiteX4" fmla="*/ 0 w 224162"/>
                <a:gd name="connsiteY4" fmla="*/ 0 h 312921"/>
                <a:gd name="connsiteX5" fmla="*/ 0 w 224162"/>
                <a:gd name="connsiteY5" fmla="*/ 312922 h 312921"/>
                <a:gd name="connsiteX6" fmla="*/ 110992 w 224162"/>
                <a:gd name="connsiteY6" fmla="*/ 312922 h 312921"/>
                <a:gd name="connsiteX7" fmla="*/ 161330 w 224162"/>
                <a:gd name="connsiteY7" fmla="*/ 305860 h 312921"/>
                <a:gd name="connsiteX8" fmla="*/ 224163 w 224162"/>
                <a:gd name="connsiteY8" fmla="*/ 221641 h 312921"/>
                <a:gd name="connsiteX9" fmla="*/ 175669 w 224162"/>
                <a:gd name="connsiteY9" fmla="*/ 145672 h 312921"/>
                <a:gd name="connsiteX10" fmla="*/ 53636 w 224162"/>
                <a:gd name="connsiteY10" fmla="*/ 49113 h 312921"/>
                <a:gd name="connsiteX11" fmla="*/ 101810 w 224162"/>
                <a:gd name="connsiteY11" fmla="*/ 49113 h 312921"/>
                <a:gd name="connsiteX12" fmla="*/ 131970 w 224162"/>
                <a:gd name="connsiteY12" fmla="*/ 54073 h 312921"/>
                <a:gd name="connsiteX13" fmla="*/ 152091 w 224162"/>
                <a:gd name="connsiteY13" fmla="*/ 88207 h 312921"/>
                <a:gd name="connsiteX14" fmla="*/ 131258 w 224162"/>
                <a:gd name="connsiteY14" fmla="*/ 122762 h 312921"/>
                <a:gd name="connsiteX15" fmla="*/ 103655 w 224162"/>
                <a:gd name="connsiteY15" fmla="*/ 127329 h 312921"/>
                <a:gd name="connsiteX16" fmla="*/ 53665 w 224162"/>
                <a:gd name="connsiteY16" fmla="*/ 127329 h 312921"/>
                <a:gd name="connsiteX17" fmla="*/ 134992 w 224162"/>
                <a:gd name="connsiteY17" fmla="*/ 261967 h 312921"/>
                <a:gd name="connsiteX18" fmla="*/ 113752 w 224162"/>
                <a:gd name="connsiteY18" fmla="*/ 263808 h 312921"/>
                <a:gd name="connsiteX19" fmla="*/ 53665 w 224162"/>
                <a:gd name="connsiteY19" fmla="*/ 263808 h 312921"/>
                <a:gd name="connsiteX20" fmla="*/ 53665 w 224162"/>
                <a:gd name="connsiteY20" fmla="*/ 175573 h 312921"/>
                <a:gd name="connsiteX21" fmla="*/ 118270 w 224162"/>
                <a:gd name="connsiteY21" fmla="*/ 175573 h 312921"/>
                <a:gd name="connsiteX22" fmla="*/ 135369 w 224162"/>
                <a:gd name="connsiteY22" fmla="*/ 177197 h 312921"/>
                <a:gd name="connsiteX23" fmla="*/ 170497 w 224162"/>
                <a:gd name="connsiteY23" fmla="*/ 219625 h 312921"/>
                <a:gd name="connsiteX24" fmla="*/ 134963 w 224162"/>
                <a:gd name="connsiteY24" fmla="*/ 261967 h 3129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24162" h="312921">
                  <a:moveTo>
                    <a:pt x="175669" y="145672"/>
                  </a:moveTo>
                  <a:cubicBezTo>
                    <a:pt x="196880" y="129417"/>
                    <a:pt x="205800" y="110770"/>
                    <a:pt x="205800" y="84132"/>
                  </a:cubicBezTo>
                  <a:cubicBezTo>
                    <a:pt x="205800" y="44256"/>
                    <a:pt x="181103" y="14370"/>
                    <a:pt x="143331" y="4176"/>
                  </a:cubicBezTo>
                  <a:cubicBezTo>
                    <a:pt x="133539" y="1552"/>
                    <a:pt x="117631" y="0"/>
                    <a:pt x="99108" y="0"/>
                  </a:cubicBezTo>
                  <a:lnTo>
                    <a:pt x="0" y="0"/>
                  </a:lnTo>
                  <a:lnTo>
                    <a:pt x="0" y="312922"/>
                  </a:lnTo>
                  <a:lnTo>
                    <a:pt x="110992" y="312922"/>
                  </a:lnTo>
                  <a:cubicBezTo>
                    <a:pt x="132624" y="312922"/>
                    <a:pt x="147122" y="310863"/>
                    <a:pt x="161330" y="305860"/>
                  </a:cubicBezTo>
                  <a:cubicBezTo>
                    <a:pt x="198521" y="292809"/>
                    <a:pt x="224163" y="263939"/>
                    <a:pt x="224163" y="221641"/>
                  </a:cubicBezTo>
                  <a:cubicBezTo>
                    <a:pt x="224163" y="186332"/>
                    <a:pt x="207354" y="161232"/>
                    <a:pt x="175669" y="145672"/>
                  </a:cubicBezTo>
                  <a:close/>
                  <a:moveTo>
                    <a:pt x="53636" y="49113"/>
                  </a:moveTo>
                  <a:lnTo>
                    <a:pt x="101810" y="49113"/>
                  </a:lnTo>
                  <a:cubicBezTo>
                    <a:pt x="112793" y="49113"/>
                    <a:pt x="124473" y="50563"/>
                    <a:pt x="131970" y="54073"/>
                  </a:cubicBezTo>
                  <a:cubicBezTo>
                    <a:pt x="145045" y="60090"/>
                    <a:pt x="152091" y="71328"/>
                    <a:pt x="152091" y="88207"/>
                  </a:cubicBezTo>
                  <a:cubicBezTo>
                    <a:pt x="152091" y="105085"/>
                    <a:pt x="144580" y="116773"/>
                    <a:pt x="131258" y="122762"/>
                  </a:cubicBezTo>
                  <a:cubicBezTo>
                    <a:pt x="124590" y="125749"/>
                    <a:pt x="114856" y="127329"/>
                    <a:pt x="103655" y="127329"/>
                  </a:cubicBezTo>
                  <a:lnTo>
                    <a:pt x="53665" y="127329"/>
                  </a:lnTo>
                  <a:close/>
                  <a:moveTo>
                    <a:pt x="134992" y="261967"/>
                  </a:moveTo>
                  <a:cubicBezTo>
                    <a:pt x="127987" y="263261"/>
                    <a:pt x="120875" y="263877"/>
                    <a:pt x="113752" y="263808"/>
                  </a:cubicBezTo>
                  <a:lnTo>
                    <a:pt x="53665" y="263808"/>
                  </a:lnTo>
                  <a:lnTo>
                    <a:pt x="53665" y="175573"/>
                  </a:lnTo>
                  <a:lnTo>
                    <a:pt x="118270" y="175573"/>
                  </a:lnTo>
                  <a:cubicBezTo>
                    <a:pt x="124010" y="175541"/>
                    <a:pt x="129738" y="176085"/>
                    <a:pt x="135369" y="177197"/>
                  </a:cubicBezTo>
                  <a:cubicBezTo>
                    <a:pt x="160764" y="182823"/>
                    <a:pt x="170497" y="202819"/>
                    <a:pt x="170497" y="219625"/>
                  </a:cubicBezTo>
                  <a:cubicBezTo>
                    <a:pt x="170497" y="241855"/>
                    <a:pt x="156188" y="256935"/>
                    <a:pt x="134963" y="261967"/>
                  </a:cubicBezTo>
                  <a:close/>
                </a:path>
              </a:pathLst>
            </a:custGeom>
            <a:solidFill>
              <a:srgbClr val="010101"/>
            </a:solidFill>
            <a:ln w="145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5935C402-87FC-9C4D-81CE-9E56ECE7FCDF}"/>
                </a:ext>
              </a:extLst>
            </p:cNvPr>
            <p:cNvSpPr/>
            <p:nvPr/>
          </p:nvSpPr>
          <p:spPr>
            <a:xfrm>
              <a:off x="2302362" y="-532348"/>
              <a:ext cx="225048" cy="222423"/>
            </a:xfrm>
            <a:custGeom>
              <a:avLst/>
              <a:gdLst>
                <a:gd name="connsiteX0" fmla="*/ 169001 w 225048"/>
                <a:gd name="connsiteY0" fmla="*/ 0 h 222423"/>
                <a:gd name="connsiteX1" fmla="*/ 113215 w 225048"/>
                <a:gd name="connsiteY1" fmla="*/ 158897 h 222423"/>
                <a:gd name="connsiteX2" fmla="*/ 56600 w 225048"/>
                <a:gd name="connsiteY2" fmla="*/ 0 h 222423"/>
                <a:gd name="connsiteX3" fmla="*/ 0 w 225048"/>
                <a:gd name="connsiteY3" fmla="*/ 0 h 222423"/>
                <a:gd name="connsiteX4" fmla="*/ 88503 w 225048"/>
                <a:gd name="connsiteY4" fmla="*/ 222424 h 222423"/>
                <a:gd name="connsiteX5" fmla="*/ 136720 w 225048"/>
                <a:gd name="connsiteY5" fmla="*/ 222424 h 222423"/>
                <a:gd name="connsiteX6" fmla="*/ 225049 w 225048"/>
                <a:gd name="connsiteY6" fmla="*/ 0 h 222423"/>
                <a:gd name="connsiteX7" fmla="*/ 169001 w 225048"/>
                <a:gd name="connsiteY7" fmla="*/ 0 h 2224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25048" h="222423">
                  <a:moveTo>
                    <a:pt x="169001" y="0"/>
                  </a:moveTo>
                  <a:lnTo>
                    <a:pt x="113215" y="158897"/>
                  </a:lnTo>
                  <a:lnTo>
                    <a:pt x="56600" y="0"/>
                  </a:lnTo>
                  <a:lnTo>
                    <a:pt x="0" y="0"/>
                  </a:lnTo>
                  <a:lnTo>
                    <a:pt x="88503" y="222424"/>
                  </a:lnTo>
                  <a:lnTo>
                    <a:pt x="136720" y="222424"/>
                  </a:lnTo>
                  <a:lnTo>
                    <a:pt x="225049" y="0"/>
                  </a:lnTo>
                  <a:lnTo>
                    <a:pt x="169001" y="0"/>
                  </a:lnTo>
                  <a:close/>
                </a:path>
              </a:pathLst>
            </a:custGeom>
            <a:solidFill>
              <a:srgbClr val="010101"/>
            </a:solidFill>
            <a:ln w="145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6A1CC364-F4C8-7844-B75E-97248698E11B}"/>
                </a:ext>
              </a:extLst>
            </p:cNvPr>
            <p:cNvSpPr/>
            <p:nvPr/>
          </p:nvSpPr>
          <p:spPr>
            <a:xfrm>
              <a:off x="2079594" y="-537104"/>
              <a:ext cx="227215" cy="231936"/>
            </a:xfrm>
            <a:custGeom>
              <a:avLst/>
              <a:gdLst>
                <a:gd name="connsiteX0" fmla="*/ 112721 w 227215"/>
                <a:gd name="connsiteY0" fmla="*/ 0 h 231936"/>
                <a:gd name="connsiteX1" fmla="*/ 0 w 227215"/>
                <a:gd name="connsiteY1" fmla="*/ 117527 h 231936"/>
                <a:gd name="connsiteX2" fmla="*/ 114943 w 227215"/>
                <a:gd name="connsiteY2" fmla="*/ 231936 h 231936"/>
                <a:gd name="connsiteX3" fmla="*/ 220211 w 227215"/>
                <a:gd name="connsiteY3" fmla="*/ 158940 h 231936"/>
                <a:gd name="connsiteX4" fmla="*/ 167083 w 227215"/>
                <a:gd name="connsiteY4" fmla="*/ 158940 h 231936"/>
                <a:gd name="connsiteX5" fmla="*/ 115829 w 227215"/>
                <a:gd name="connsiteY5" fmla="*/ 186491 h 231936"/>
                <a:gd name="connsiteX6" fmla="*/ 51690 w 227215"/>
                <a:gd name="connsiteY6" fmla="*/ 134899 h 231936"/>
                <a:gd name="connsiteX7" fmla="*/ 225601 w 227215"/>
                <a:gd name="connsiteY7" fmla="*/ 134899 h 231936"/>
                <a:gd name="connsiteX8" fmla="*/ 227184 w 227215"/>
                <a:gd name="connsiteY8" fmla="*/ 113771 h 231936"/>
                <a:gd name="connsiteX9" fmla="*/ 112721 w 227215"/>
                <a:gd name="connsiteY9" fmla="*/ 0 h 231936"/>
                <a:gd name="connsiteX10" fmla="*/ 51850 w 227215"/>
                <a:gd name="connsiteY10" fmla="*/ 98473 h 231936"/>
                <a:gd name="connsiteX11" fmla="*/ 113200 w 227215"/>
                <a:gd name="connsiteY11" fmla="*/ 45416 h 231936"/>
                <a:gd name="connsiteX12" fmla="*/ 175349 w 227215"/>
                <a:gd name="connsiteY12" fmla="*/ 98473 h 2319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27215" h="231936">
                  <a:moveTo>
                    <a:pt x="112721" y="0"/>
                  </a:moveTo>
                  <a:cubicBezTo>
                    <a:pt x="49293" y="0"/>
                    <a:pt x="0" y="50940"/>
                    <a:pt x="0" y="117527"/>
                  </a:cubicBezTo>
                  <a:cubicBezTo>
                    <a:pt x="0" y="178980"/>
                    <a:pt x="48537" y="231936"/>
                    <a:pt x="114943" y="231936"/>
                  </a:cubicBezTo>
                  <a:cubicBezTo>
                    <a:pt x="163451" y="231936"/>
                    <a:pt x="201020" y="204081"/>
                    <a:pt x="220211" y="158940"/>
                  </a:cubicBezTo>
                  <a:lnTo>
                    <a:pt x="167083" y="158940"/>
                  </a:lnTo>
                  <a:cubicBezTo>
                    <a:pt x="155112" y="176820"/>
                    <a:pt x="139074" y="186491"/>
                    <a:pt x="115829" y="186491"/>
                  </a:cubicBezTo>
                  <a:cubicBezTo>
                    <a:pt x="81210" y="186491"/>
                    <a:pt x="58561" y="166191"/>
                    <a:pt x="51690" y="134899"/>
                  </a:cubicBezTo>
                  <a:lnTo>
                    <a:pt x="225601" y="134899"/>
                  </a:lnTo>
                  <a:cubicBezTo>
                    <a:pt x="226825" y="127925"/>
                    <a:pt x="227355" y="120849"/>
                    <a:pt x="227184" y="113771"/>
                  </a:cubicBezTo>
                  <a:cubicBezTo>
                    <a:pt x="226647" y="54000"/>
                    <a:pt x="180696" y="0"/>
                    <a:pt x="112721" y="0"/>
                  </a:cubicBezTo>
                  <a:close/>
                  <a:moveTo>
                    <a:pt x="51850" y="98473"/>
                  </a:moveTo>
                  <a:cubicBezTo>
                    <a:pt x="55598" y="66456"/>
                    <a:pt x="81602" y="45416"/>
                    <a:pt x="113200" y="45416"/>
                  </a:cubicBezTo>
                  <a:cubicBezTo>
                    <a:pt x="146396" y="45416"/>
                    <a:pt x="171630" y="67355"/>
                    <a:pt x="175349" y="98473"/>
                  </a:cubicBezTo>
                  <a:close/>
                </a:path>
              </a:pathLst>
            </a:custGeom>
            <a:solidFill>
              <a:srgbClr val="010101"/>
            </a:solidFill>
            <a:ln w="145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6AFBA741-2ACB-D343-81BA-4782D6F3E540}"/>
                </a:ext>
              </a:extLst>
            </p:cNvPr>
            <p:cNvSpPr/>
            <p:nvPr/>
          </p:nvSpPr>
          <p:spPr>
            <a:xfrm>
              <a:off x="918597" y="-622860"/>
              <a:ext cx="543801" cy="312936"/>
            </a:xfrm>
            <a:custGeom>
              <a:avLst/>
              <a:gdLst>
                <a:gd name="connsiteX0" fmla="*/ 494756 w 543801"/>
                <a:gd name="connsiteY0" fmla="*/ 146122 h 312936"/>
                <a:gd name="connsiteX1" fmla="*/ 525351 w 543801"/>
                <a:gd name="connsiteY1" fmla="*/ 84147 h 312936"/>
                <a:gd name="connsiteX2" fmla="*/ 462882 w 543801"/>
                <a:gd name="connsiteY2" fmla="*/ 4191 h 312936"/>
                <a:gd name="connsiteX3" fmla="*/ 418660 w 543801"/>
                <a:gd name="connsiteY3" fmla="*/ 15 h 312936"/>
                <a:gd name="connsiteX4" fmla="*/ 319552 w 543801"/>
                <a:gd name="connsiteY4" fmla="*/ 15 h 312936"/>
                <a:gd name="connsiteX5" fmla="*/ 319552 w 543801"/>
                <a:gd name="connsiteY5" fmla="*/ 132056 h 312936"/>
                <a:gd name="connsiteX6" fmla="*/ 239649 w 543801"/>
                <a:gd name="connsiteY6" fmla="*/ 151299 h 312936"/>
                <a:gd name="connsiteX7" fmla="*/ 177732 w 543801"/>
                <a:gd name="connsiteY7" fmla="*/ 0 h 312936"/>
                <a:gd name="connsiteX8" fmla="*/ 127946 w 543801"/>
                <a:gd name="connsiteY8" fmla="*/ 0 h 312936"/>
                <a:gd name="connsiteX9" fmla="*/ 0 w 543801"/>
                <a:gd name="connsiteY9" fmla="*/ 312936 h 312936"/>
                <a:gd name="connsiteX10" fmla="*/ 52198 w 543801"/>
                <a:gd name="connsiteY10" fmla="*/ 312936 h 312936"/>
                <a:gd name="connsiteX11" fmla="*/ 207252 w 543801"/>
                <a:gd name="connsiteY11" fmla="*/ 208532 h 312936"/>
                <a:gd name="connsiteX12" fmla="*/ 246477 w 543801"/>
                <a:gd name="connsiteY12" fmla="*/ 312936 h 312936"/>
                <a:gd name="connsiteX13" fmla="*/ 305678 w 543801"/>
                <a:gd name="connsiteY13" fmla="*/ 312936 h 312936"/>
                <a:gd name="connsiteX14" fmla="*/ 256124 w 543801"/>
                <a:gd name="connsiteY14" fmla="*/ 191697 h 312936"/>
                <a:gd name="connsiteX15" fmla="*/ 319552 w 543801"/>
                <a:gd name="connsiteY15" fmla="*/ 178139 h 312936"/>
                <a:gd name="connsiteX16" fmla="*/ 319552 w 543801"/>
                <a:gd name="connsiteY16" fmla="*/ 312893 h 312936"/>
                <a:gd name="connsiteX17" fmla="*/ 346486 w 543801"/>
                <a:gd name="connsiteY17" fmla="*/ 312893 h 312936"/>
                <a:gd name="connsiteX18" fmla="*/ 346486 w 543801"/>
                <a:gd name="connsiteY18" fmla="*/ 312893 h 312936"/>
                <a:gd name="connsiteX19" fmla="*/ 441091 w 543801"/>
                <a:gd name="connsiteY19" fmla="*/ 312893 h 312936"/>
                <a:gd name="connsiteX20" fmla="*/ 543802 w 543801"/>
                <a:gd name="connsiteY20" fmla="*/ 221539 h 312936"/>
                <a:gd name="connsiteX21" fmla="*/ 494756 w 543801"/>
                <a:gd name="connsiteY21" fmla="*/ 146122 h 312936"/>
                <a:gd name="connsiteX22" fmla="*/ 82546 w 543801"/>
                <a:gd name="connsiteY22" fmla="*/ 241826 h 312936"/>
                <a:gd name="connsiteX23" fmla="*/ 152280 w 543801"/>
                <a:gd name="connsiteY23" fmla="*/ 61874 h 312936"/>
                <a:gd name="connsiteX24" fmla="*/ 192797 w 543801"/>
                <a:gd name="connsiteY24" fmla="*/ 169772 h 312936"/>
                <a:gd name="connsiteX25" fmla="*/ 82546 w 543801"/>
                <a:gd name="connsiteY25" fmla="*/ 241855 h 312936"/>
                <a:gd name="connsiteX26" fmla="*/ 373232 w 543801"/>
                <a:gd name="connsiteY26" fmla="*/ 49128 h 312936"/>
                <a:gd name="connsiteX27" fmla="*/ 419270 w 543801"/>
                <a:gd name="connsiteY27" fmla="*/ 49128 h 312936"/>
                <a:gd name="connsiteX28" fmla="*/ 444650 w 543801"/>
                <a:gd name="connsiteY28" fmla="*/ 52289 h 312936"/>
                <a:gd name="connsiteX29" fmla="*/ 471686 w 543801"/>
                <a:gd name="connsiteY29" fmla="*/ 92339 h 312936"/>
                <a:gd name="connsiteX30" fmla="*/ 446059 w 543801"/>
                <a:gd name="connsiteY30" fmla="*/ 130809 h 312936"/>
                <a:gd name="connsiteX31" fmla="*/ 395720 w 543801"/>
                <a:gd name="connsiteY31" fmla="*/ 126865 h 312936"/>
                <a:gd name="connsiteX32" fmla="*/ 373232 w 543801"/>
                <a:gd name="connsiteY32" fmla="*/ 127213 h 312936"/>
                <a:gd name="connsiteX33" fmla="*/ 437793 w 543801"/>
                <a:gd name="connsiteY33" fmla="*/ 263736 h 312936"/>
                <a:gd name="connsiteX34" fmla="*/ 373232 w 543801"/>
                <a:gd name="connsiteY34" fmla="*/ 263736 h 312936"/>
                <a:gd name="connsiteX35" fmla="*/ 373232 w 543801"/>
                <a:gd name="connsiteY35" fmla="*/ 173833 h 312936"/>
                <a:gd name="connsiteX36" fmla="*/ 397202 w 543801"/>
                <a:gd name="connsiteY36" fmla="*/ 173398 h 312936"/>
                <a:gd name="connsiteX37" fmla="*/ 490078 w 543801"/>
                <a:gd name="connsiteY37" fmla="*/ 221568 h 312936"/>
                <a:gd name="connsiteX38" fmla="*/ 437793 w 543801"/>
                <a:gd name="connsiteY38" fmla="*/ 263779 h 3129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543801" h="312936">
                  <a:moveTo>
                    <a:pt x="494756" y="146122"/>
                  </a:moveTo>
                  <a:cubicBezTo>
                    <a:pt x="517361" y="129620"/>
                    <a:pt x="525351" y="104955"/>
                    <a:pt x="525351" y="84147"/>
                  </a:cubicBezTo>
                  <a:cubicBezTo>
                    <a:pt x="525351" y="44270"/>
                    <a:pt x="500654" y="14385"/>
                    <a:pt x="462882" y="4191"/>
                  </a:cubicBezTo>
                  <a:cubicBezTo>
                    <a:pt x="453090" y="1566"/>
                    <a:pt x="437183" y="15"/>
                    <a:pt x="418660" y="15"/>
                  </a:cubicBezTo>
                  <a:lnTo>
                    <a:pt x="319552" y="15"/>
                  </a:lnTo>
                  <a:lnTo>
                    <a:pt x="319552" y="132056"/>
                  </a:lnTo>
                  <a:cubicBezTo>
                    <a:pt x="292413" y="136165"/>
                    <a:pt x="265679" y="142603"/>
                    <a:pt x="239649" y="151299"/>
                  </a:cubicBezTo>
                  <a:lnTo>
                    <a:pt x="177732" y="0"/>
                  </a:lnTo>
                  <a:lnTo>
                    <a:pt x="127946" y="0"/>
                  </a:lnTo>
                  <a:lnTo>
                    <a:pt x="0" y="312936"/>
                  </a:lnTo>
                  <a:lnTo>
                    <a:pt x="52198" y="312936"/>
                  </a:lnTo>
                  <a:cubicBezTo>
                    <a:pt x="97321" y="265331"/>
                    <a:pt x="151175" y="231168"/>
                    <a:pt x="207252" y="208532"/>
                  </a:cubicBezTo>
                  <a:lnTo>
                    <a:pt x="246477" y="312936"/>
                  </a:lnTo>
                  <a:lnTo>
                    <a:pt x="305678" y="312936"/>
                  </a:lnTo>
                  <a:lnTo>
                    <a:pt x="256124" y="191697"/>
                  </a:lnTo>
                  <a:cubicBezTo>
                    <a:pt x="276944" y="185787"/>
                    <a:pt x="298133" y="181258"/>
                    <a:pt x="319552" y="178139"/>
                  </a:cubicBezTo>
                  <a:lnTo>
                    <a:pt x="319552" y="312893"/>
                  </a:lnTo>
                  <a:lnTo>
                    <a:pt x="346486" y="312893"/>
                  </a:lnTo>
                  <a:lnTo>
                    <a:pt x="346486" y="312893"/>
                  </a:lnTo>
                  <a:lnTo>
                    <a:pt x="441091" y="312893"/>
                  </a:lnTo>
                  <a:cubicBezTo>
                    <a:pt x="507918" y="312893"/>
                    <a:pt x="543802" y="273741"/>
                    <a:pt x="543802" y="221539"/>
                  </a:cubicBezTo>
                  <a:cubicBezTo>
                    <a:pt x="543802" y="190015"/>
                    <a:pt x="528097" y="163117"/>
                    <a:pt x="494756" y="146122"/>
                  </a:cubicBezTo>
                  <a:close/>
                  <a:moveTo>
                    <a:pt x="82546" y="241826"/>
                  </a:moveTo>
                  <a:lnTo>
                    <a:pt x="152280" y="61874"/>
                  </a:lnTo>
                  <a:lnTo>
                    <a:pt x="192797" y="169772"/>
                  </a:lnTo>
                  <a:cubicBezTo>
                    <a:pt x="150798" y="188986"/>
                    <a:pt x="113432" y="213608"/>
                    <a:pt x="82546" y="241855"/>
                  </a:cubicBezTo>
                  <a:close/>
                  <a:moveTo>
                    <a:pt x="373232" y="49128"/>
                  </a:moveTo>
                  <a:lnTo>
                    <a:pt x="419270" y="49128"/>
                  </a:lnTo>
                  <a:cubicBezTo>
                    <a:pt x="429788" y="49128"/>
                    <a:pt x="438606" y="50317"/>
                    <a:pt x="444650" y="52289"/>
                  </a:cubicBezTo>
                  <a:cubicBezTo>
                    <a:pt x="462083" y="57988"/>
                    <a:pt x="471686" y="71140"/>
                    <a:pt x="471686" y="92339"/>
                  </a:cubicBezTo>
                  <a:cubicBezTo>
                    <a:pt x="471686" y="111973"/>
                    <a:pt x="461778" y="124879"/>
                    <a:pt x="446059" y="130809"/>
                  </a:cubicBezTo>
                  <a:cubicBezTo>
                    <a:pt x="429419" y="128095"/>
                    <a:pt x="412581" y="126776"/>
                    <a:pt x="395720" y="126865"/>
                  </a:cubicBezTo>
                  <a:cubicBezTo>
                    <a:pt x="388718" y="126865"/>
                    <a:pt x="381018" y="126967"/>
                    <a:pt x="373232" y="127213"/>
                  </a:cubicBezTo>
                  <a:close/>
                  <a:moveTo>
                    <a:pt x="437793" y="263736"/>
                  </a:moveTo>
                  <a:lnTo>
                    <a:pt x="373232" y="263736"/>
                  </a:lnTo>
                  <a:lnTo>
                    <a:pt x="373232" y="173833"/>
                  </a:lnTo>
                  <a:cubicBezTo>
                    <a:pt x="381411" y="173485"/>
                    <a:pt x="389445" y="173311"/>
                    <a:pt x="397202" y="173398"/>
                  </a:cubicBezTo>
                  <a:cubicBezTo>
                    <a:pt x="455923" y="174152"/>
                    <a:pt x="490078" y="191219"/>
                    <a:pt x="490078" y="221568"/>
                  </a:cubicBezTo>
                  <a:cubicBezTo>
                    <a:pt x="490078" y="248887"/>
                    <a:pt x="465613" y="263779"/>
                    <a:pt x="437793" y="263779"/>
                  </a:cubicBezTo>
                  <a:close/>
                </a:path>
              </a:pathLst>
            </a:custGeom>
            <a:solidFill>
              <a:srgbClr val="010101"/>
            </a:solidFill>
            <a:ln w="145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E281CD-A54D-3442-B2F6-DCC90535935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199" y="5807699"/>
            <a:ext cx="3045759" cy="184944"/>
          </a:xfrm>
        </p:spPr>
        <p:txBody>
          <a:bodyPr rIns="0" anchor="b"/>
          <a:lstStyle>
            <a:lvl1pPr algn="l">
              <a:defRPr lang="en-US" sz="1200" b="1" kern="1200" baseline="0" dirty="0" smtClean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algn="r">
              <a:defRPr lang="en-US" sz="1200" b="1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algn="r">
              <a:defRPr lang="en-US" sz="1200" b="1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algn="r">
              <a:defRPr lang="en-US" sz="1200" b="1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algn="r">
              <a:defRPr lang="en-US" sz="1200" b="1" kern="120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Subtitle Goes Here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F444DE9C-F571-BB4C-9C1C-7332F4140BF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200" y="5985930"/>
            <a:ext cx="3045758" cy="184944"/>
          </a:xfrm>
        </p:spPr>
        <p:txBody>
          <a:bodyPr rIns="0" anchor="b"/>
          <a:lstStyle>
            <a:lvl1pPr algn="l">
              <a:defRPr lang="en-US" sz="1200" b="0" kern="1200" baseline="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algn="r">
              <a:defRPr lang="en-US" sz="1200" b="1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algn="r">
              <a:defRPr lang="en-US" sz="1200" b="1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algn="r">
              <a:defRPr lang="en-US" sz="1200" b="1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algn="r">
              <a:defRPr lang="en-US" sz="1200" b="1" kern="120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00.00.0000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1B3CE5-5669-E845-98B1-856DE736BC1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0" y="2526232"/>
            <a:ext cx="6204930" cy="2097587"/>
          </a:xfrm>
        </p:spPr>
        <p:txBody>
          <a:bodyPr rIns="0" anchor="ctr"/>
          <a:lstStyle>
            <a:lvl1pPr algn="l">
              <a:lnSpc>
                <a:spcPct val="80000"/>
              </a:lnSpc>
              <a:defRPr kumimoji="0" lang="en-US" sz="5600" b="1" i="0" u="none" strike="noStrike" kern="120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/>
                <a:ea typeface="+mj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Two or Three-Line Presentation Title Goes Here</a:t>
            </a:r>
          </a:p>
        </p:txBody>
      </p:sp>
    </p:spTree>
    <p:extLst>
      <p:ext uri="{BB962C8B-B14F-4D97-AF65-F5344CB8AC3E}">
        <p14:creationId xmlns:p14="http://schemas.microsoft.com/office/powerpoint/2010/main" val="36249016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4E96571-D3DE-D14E-B84F-2B505EEB25D7}"/>
              </a:ext>
            </a:extLst>
          </p:cNvPr>
          <p:cNvSpPr/>
          <p:nvPr userDrawn="1"/>
        </p:nvSpPr>
        <p:spPr>
          <a:xfrm>
            <a:off x="0" y="-3"/>
            <a:ext cx="11506200" cy="685800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E281CD-A54D-3442-B2F6-DCC90535935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483251"/>
            <a:ext cx="6562165" cy="184944"/>
          </a:xfrm>
        </p:spPr>
        <p:txBody>
          <a:bodyPr rIns="0" anchor="b"/>
          <a:lstStyle>
            <a:lvl1pPr algn="l">
              <a:defRPr lang="en-US" sz="1200" b="1" kern="1200" baseline="0" dirty="0" smtClean="0">
                <a:solidFill>
                  <a:schemeClr val="accent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algn="r">
              <a:defRPr lang="en-US" sz="1200" b="1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algn="r">
              <a:defRPr lang="en-US" sz="1200" b="1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algn="r">
              <a:defRPr lang="en-US" sz="1200" b="1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algn="r">
              <a:defRPr lang="en-US" sz="1200" b="1" kern="120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Subtitle Goes Here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F444DE9C-F571-BB4C-9C1C-7332F4140BF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201" y="661482"/>
            <a:ext cx="6562162" cy="184944"/>
          </a:xfrm>
        </p:spPr>
        <p:txBody>
          <a:bodyPr rIns="0" anchor="b"/>
          <a:lstStyle>
            <a:lvl1pPr algn="l">
              <a:defRPr lang="en-US" sz="1200" b="0" kern="1200" baseline="0" dirty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algn="r">
              <a:defRPr lang="en-US" sz="1200" b="1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algn="r">
              <a:defRPr lang="en-US" sz="1200" b="1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algn="r">
              <a:defRPr lang="en-US" sz="1200" b="1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algn="r">
              <a:defRPr lang="en-US" sz="1200" b="1" kern="120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00.00.0000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1B3CE5-5669-E845-98B1-856DE736BC1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0" y="2007097"/>
            <a:ext cx="6562165" cy="2928460"/>
          </a:xfrm>
        </p:spPr>
        <p:txBody>
          <a:bodyPr rIns="0" anchor="ctr"/>
          <a:lstStyle>
            <a:lvl1pPr algn="l">
              <a:lnSpc>
                <a:spcPct val="80000"/>
              </a:lnSpc>
              <a:defRPr kumimoji="0" lang="en-US" sz="5600" b="1" i="0" u="none" strike="noStrike" kern="120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/>
                <a:ea typeface="+mj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Two, Three or Four Line Presentation Title Goes Here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D3EBE4A-1B67-564B-AB9C-CB14A996DDC3}"/>
              </a:ext>
            </a:extLst>
          </p:cNvPr>
          <p:cNvSpPr/>
          <p:nvPr userDrawn="1"/>
        </p:nvSpPr>
        <p:spPr>
          <a:xfrm rot="10800000">
            <a:off x="11506200" y="-3"/>
            <a:ext cx="685800" cy="6858002"/>
          </a:xfrm>
          <a:prstGeom prst="rect">
            <a:avLst/>
          </a:prstGeom>
          <a:gradFill>
            <a:gsLst>
              <a:gs pos="0">
                <a:srgbClr val="D1A33C"/>
              </a:gs>
              <a:gs pos="100000">
                <a:srgbClr val="F2D713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Graphic 17">
            <a:extLst>
              <a:ext uri="{FF2B5EF4-FFF2-40B4-BE49-F238E27FC236}">
                <a16:creationId xmlns:a16="http://schemas.microsoft.com/office/drawing/2014/main" id="{E497A7C5-26BB-A14C-86C7-70222AC86F3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0" y="6042624"/>
            <a:ext cx="1639229" cy="302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21330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4E96571-D3DE-D14E-B84F-2B505EEB25D7}"/>
              </a:ext>
            </a:extLst>
          </p:cNvPr>
          <p:cNvSpPr/>
          <p:nvPr userDrawn="1"/>
        </p:nvSpPr>
        <p:spPr>
          <a:xfrm>
            <a:off x="0" y="-3"/>
            <a:ext cx="12192000" cy="685800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1B3CE5-5669-E845-98B1-856DE736BC1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0" y="2007097"/>
            <a:ext cx="6562165" cy="2928460"/>
          </a:xfrm>
        </p:spPr>
        <p:txBody>
          <a:bodyPr rIns="0" anchor="ctr"/>
          <a:lstStyle>
            <a:lvl1pPr algn="l">
              <a:lnSpc>
                <a:spcPct val="80000"/>
              </a:lnSpc>
              <a:defRPr kumimoji="0" lang="en-US" sz="5600" b="1" i="0" u="none" strike="noStrike" kern="120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/>
                <a:ea typeface="+mj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Two, Three or Four Line Presentation Title Goes Here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90010D0-036D-4D46-A374-ECF8FB1C8835}"/>
              </a:ext>
            </a:extLst>
          </p:cNvPr>
          <p:cNvSpPr/>
          <p:nvPr userDrawn="1"/>
        </p:nvSpPr>
        <p:spPr>
          <a:xfrm>
            <a:off x="0" y="-1"/>
            <a:ext cx="12198724" cy="320040"/>
          </a:xfrm>
          <a:prstGeom prst="rect">
            <a:avLst/>
          </a:prstGeom>
          <a:gradFill>
            <a:gsLst>
              <a:gs pos="0">
                <a:srgbClr val="D1A33C"/>
              </a:gs>
              <a:gs pos="100000">
                <a:srgbClr val="F2D713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F426F687-4D43-2B42-B654-E33D8F171D1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199" y="652584"/>
            <a:ext cx="6562165" cy="184944"/>
          </a:xfrm>
        </p:spPr>
        <p:txBody>
          <a:bodyPr rIns="0" anchor="b"/>
          <a:lstStyle>
            <a:lvl1pPr algn="l">
              <a:defRPr lang="en-US" sz="1200" b="1" kern="1200" baseline="0" dirty="0" smtClean="0">
                <a:solidFill>
                  <a:schemeClr val="accent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algn="r">
              <a:defRPr lang="en-US" sz="1200" b="1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algn="r">
              <a:defRPr lang="en-US" sz="1200" b="1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algn="r">
              <a:defRPr lang="en-US" sz="1200" b="1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algn="r">
              <a:defRPr lang="en-US" sz="1200" b="1" kern="120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Subtitle Goes Here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2B8B6607-457B-A646-8709-760C62A3BC6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200" y="830815"/>
            <a:ext cx="6562163" cy="184944"/>
          </a:xfrm>
        </p:spPr>
        <p:txBody>
          <a:bodyPr rIns="0" anchor="b"/>
          <a:lstStyle>
            <a:lvl1pPr algn="l">
              <a:defRPr lang="en-US" sz="1200" b="0" kern="1200" baseline="0" dirty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algn="r">
              <a:defRPr lang="en-US" sz="1200" b="1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algn="r">
              <a:defRPr lang="en-US" sz="1200" b="1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algn="r">
              <a:defRPr lang="en-US" sz="1200" b="1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algn="r">
              <a:defRPr lang="en-US" sz="1200" b="1" kern="120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00.00.0000</a:t>
            </a:r>
          </a:p>
        </p:txBody>
      </p:sp>
      <p:pic>
        <p:nvPicPr>
          <p:cNvPr id="18" name="Graphic 17">
            <a:extLst>
              <a:ext uri="{FF2B5EF4-FFF2-40B4-BE49-F238E27FC236}">
                <a16:creationId xmlns:a16="http://schemas.microsoft.com/office/drawing/2014/main" id="{F93A86E1-099B-C945-9A97-F2452A97219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0" y="6042624"/>
            <a:ext cx="1639229" cy="302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40745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E281CD-A54D-3442-B2F6-DCC90535935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483251"/>
            <a:ext cx="6562165" cy="184944"/>
          </a:xfrm>
        </p:spPr>
        <p:txBody>
          <a:bodyPr rIns="0" anchor="b"/>
          <a:lstStyle>
            <a:lvl1pPr algn="l">
              <a:defRPr lang="en-US" sz="1200" b="1" kern="1200" baseline="0" dirty="0" smtClean="0">
                <a:solidFill>
                  <a:schemeClr val="accent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algn="r">
              <a:defRPr lang="en-US" sz="1200" b="1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algn="r">
              <a:defRPr lang="en-US" sz="1200" b="1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algn="r">
              <a:defRPr lang="en-US" sz="1200" b="1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algn="r">
              <a:defRPr lang="en-US" sz="1200" b="1" kern="120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Subtitle Goes Here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F444DE9C-F571-BB4C-9C1C-7332F4140BF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201" y="661482"/>
            <a:ext cx="6562164" cy="184944"/>
          </a:xfrm>
        </p:spPr>
        <p:txBody>
          <a:bodyPr rIns="0" anchor="b"/>
          <a:lstStyle>
            <a:lvl1pPr algn="l">
              <a:defRPr lang="en-US" sz="1200" b="0" kern="1200" baseline="0" dirty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algn="r">
              <a:defRPr lang="en-US" sz="1200" b="1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algn="r">
              <a:defRPr lang="en-US" sz="1200" b="1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algn="r">
              <a:defRPr lang="en-US" sz="1200" b="1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algn="r">
              <a:defRPr lang="en-US" sz="1200" b="1" kern="120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00.00.0000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1B3CE5-5669-E845-98B1-856DE736BC1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0" y="2007097"/>
            <a:ext cx="6562165" cy="2928460"/>
          </a:xfrm>
        </p:spPr>
        <p:txBody>
          <a:bodyPr rIns="0" anchor="ctr"/>
          <a:lstStyle>
            <a:lvl1pPr algn="l">
              <a:lnSpc>
                <a:spcPct val="80000"/>
              </a:lnSpc>
              <a:defRPr kumimoji="0" lang="en-US" sz="5600" b="1" i="0" u="none" strike="noStrike" kern="1200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+mj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Two, Three or Four Line Presentation Title Goes Here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D3EBE4A-1B67-564B-AB9C-CB14A996DDC3}"/>
              </a:ext>
            </a:extLst>
          </p:cNvPr>
          <p:cNvSpPr/>
          <p:nvPr userDrawn="1"/>
        </p:nvSpPr>
        <p:spPr>
          <a:xfrm rot="10800000">
            <a:off x="11506200" y="-3"/>
            <a:ext cx="685800" cy="6858002"/>
          </a:xfrm>
          <a:prstGeom prst="rect">
            <a:avLst/>
          </a:prstGeom>
          <a:gradFill>
            <a:gsLst>
              <a:gs pos="0">
                <a:srgbClr val="D1A33C"/>
              </a:gs>
              <a:gs pos="100000">
                <a:srgbClr val="F2D713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Graphic 19">
            <a:extLst>
              <a:ext uri="{FF2B5EF4-FFF2-40B4-BE49-F238E27FC236}">
                <a16:creationId xmlns:a16="http://schemas.microsoft.com/office/drawing/2014/main" id="{C08C37A1-EB6E-4848-A9AC-25C27ECC916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0" y="6043161"/>
            <a:ext cx="1639228" cy="302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5362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1B3CE5-5669-E845-98B1-856DE736BC1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0" y="2007097"/>
            <a:ext cx="6562165" cy="2928460"/>
          </a:xfrm>
        </p:spPr>
        <p:txBody>
          <a:bodyPr rIns="0" anchor="ctr"/>
          <a:lstStyle>
            <a:lvl1pPr algn="l">
              <a:lnSpc>
                <a:spcPct val="80000"/>
              </a:lnSpc>
              <a:defRPr kumimoji="0" lang="en-US" sz="5600" b="1" i="0" u="none" strike="noStrike" kern="1200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+mj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Two, Three or Four Line Presentation Title Goes Here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90010D0-036D-4D46-A374-ECF8FB1C8835}"/>
              </a:ext>
            </a:extLst>
          </p:cNvPr>
          <p:cNvSpPr/>
          <p:nvPr userDrawn="1"/>
        </p:nvSpPr>
        <p:spPr>
          <a:xfrm>
            <a:off x="0" y="-1"/>
            <a:ext cx="12198724" cy="320040"/>
          </a:xfrm>
          <a:prstGeom prst="rect">
            <a:avLst/>
          </a:prstGeom>
          <a:gradFill>
            <a:gsLst>
              <a:gs pos="0">
                <a:srgbClr val="D1A33C"/>
              </a:gs>
              <a:gs pos="100000">
                <a:srgbClr val="F2D713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F426F687-4D43-2B42-B654-E33D8F171D1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652584"/>
            <a:ext cx="6562164" cy="184944"/>
          </a:xfrm>
        </p:spPr>
        <p:txBody>
          <a:bodyPr rIns="0" anchor="b"/>
          <a:lstStyle>
            <a:lvl1pPr algn="l">
              <a:defRPr lang="en-US" sz="1200" b="1" kern="1200" baseline="0" dirty="0" smtClean="0">
                <a:solidFill>
                  <a:schemeClr val="accent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algn="r">
              <a:defRPr lang="en-US" sz="1200" b="1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algn="r">
              <a:defRPr lang="en-US" sz="1200" b="1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algn="r">
              <a:defRPr lang="en-US" sz="1200" b="1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algn="r">
              <a:defRPr lang="en-US" sz="1200" b="1" kern="120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Subtitle Goes Here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2B8B6607-457B-A646-8709-760C62A3BC6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201" y="830815"/>
            <a:ext cx="6562162" cy="184944"/>
          </a:xfrm>
        </p:spPr>
        <p:txBody>
          <a:bodyPr rIns="0" anchor="b"/>
          <a:lstStyle>
            <a:lvl1pPr algn="l">
              <a:defRPr lang="en-US" sz="1200" b="0" kern="1200" baseline="0" dirty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algn="r">
              <a:defRPr lang="en-US" sz="1200" b="1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algn="r">
              <a:defRPr lang="en-US" sz="1200" b="1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algn="r">
              <a:defRPr lang="en-US" sz="1200" b="1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algn="r">
              <a:defRPr lang="en-US" sz="1200" b="1" kern="120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00.00.0000</a:t>
            </a:r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4533769E-BCC3-D44B-918F-2B0B94F35E1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0" y="6043161"/>
            <a:ext cx="1639228" cy="302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87196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Graphic 55">
            <a:extLst>
              <a:ext uri="{FF2B5EF4-FFF2-40B4-BE49-F238E27FC236}">
                <a16:creationId xmlns:a16="http://schemas.microsoft.com/office/drawing/2014/main" id="{1C622189-E9B4-7E4D-92BD-3C997E98C79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199" y="5805378"/>
            <a:ext cx="2926265" cy="539416"/>
          </a:xfrm>
          <a:prstGeom prst="rect">
            <a:avLst/>
          </a:prstGeom>
        </p:spPr>
      </p:pic>
      <p:sp>
        <p:nvSpPr>
          <p:cNvPr id="110" name="Picture Placeholder 109">
            <a:extLst>
              <a:ext uri="{FF2B5EF4-FFF2-40B4-BE49-F238E27FC236}">
                <a16:creationId xmlns:a16="http://schemas.microsoft.com/office/drawing/2014/main" id="{3C2E1B8E-BB10-9548-ADFF-E2511480131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1496675" cy="6858000"/>
          </a:xfrm>
          <a:custGeom>
            <a:avLst/>
            <a:gdLst>
              <a:gd name="connsiteX0" fmla="*/ 460301 w 11496675"/>
              <a:gd name="connsiteY0" fmla="*/ 6126917 h 6858000"/>
              <a:gd name="connsiteX1" fmla="*/ 685389 w 11496675"/>
              <a:gd name="connsiteY1" fmla="*/ 6344795 h 6858000"/>
              <a:gd name="connsiteX2" fmla="*/ 512080 w 11496675"/>
              <a:gd name="connsiteY2" fmla="*/ 6140507 h 6858000"/>
              <a:gd name="connsiteX3" fmla="*/ 460301 w 11496675"/>
              <a:gd name="connsiteY3" fmla="*/ 6126917 h 6858000"/>
              <a:gd name="connsiteX4" fmla="*/ 2464041 w 11496675"/>
              <a:gd name="connsiteY4" fmla="*/ 6098900 h 6858000"/>
              <a:gd name="connsiteX5" fmla="*/ 2557192 w 11496675"/>
              <a:gd name="connsiteY5" fmla="*/ 6098900 h 6858000"/>
              <a:gd name="connsiteX6" fmla="*/ 2581846 w 11496675"/>
              <a:gd name="connsiteY6" fmla="*/ 6101242 h 6858000"/>
              <a:gd name="connsiteX7" fmla="*/ 2632496 w 11496675"/>
              <a:gd name="connsiteY7" fmla="*/ 6162417 h 6858000"/>
              <a:gd name="connsiteX8" fmla="*/ 2581260 w 11496675"/>
              <a:gd name="connsiteY8" fmla="*/ 6223468 h 6858000"/>
              <a:gd name="connsiteX9" fmla="*/ 2581302 w 11496675"/>
              <a:gd name="connsiteY9" fmla="*/ 6223468 h 6858000"/>
              <a:gd name="connsiteX10" fmla="*/ 2550677 w 11496675"/>
              <a:gd name="connsiteY10" fmla="*/ 6226123 h 6858000"/>
              <a:gd name="connsiteX11" fmla="*/ 2464041 w 11496675"/>
              <a:gd name="connsiteY11" fmla="*/ 6226123 h 6858000"/>
              <a:gd name="connsiteX12" fmla="*/ 1636491 w 11496675"/>
              <a:gd name="connsiteY12" fmla="*/ 6095743 h 6858000"/>
              <a:gd name="connsiteX13" fmla="*/ 1770405 w 11496675"/>
              <a:gd name="connsiteY13" fmla="*/ 6165198 h 6858000"/>
              <a:gd name="connsiteX14" fmla="*/ 1695017 w 11496675"/>
              <a:gd name="connsiteY14" fmla="*/ 6226060 h 6858000"/>
              <a:gd name="connsiteX15" fmla="*/ 1695017 w 11496675"/>
              <a:gd name="connsiteY15" fmla="*/ 6225997 h 6858000"/>
              <a:gd name="connsiteX16" fmla="*/ 1601928 w 11496675"/>
              <a:gd name="connsiteY16" fmla="*/ 6225997 h 6858000"/>
              <a:gd name="connsiteX17" fmla="*/ 1601928 w 11496675"/>
              <a:gd name="connsiteY17" fmla="*/ 6096370 h 6858000"/>
              <a:gd name="connsiteX18" fmla="*/ 1636491 w 11496675"/>
              <a:gd name="connsiteY18" fmla="*/ 6095743 h 6858000"/>
              <a:gd name="connsiteX19" fmla="*/ 2900995 w 11496675"/>
              <a:gd name="connsiteY19" fmla="*/ 6034860 h 6858000"/>
              <a:gd name="connsiteX20" fmla="*/ 2990605 w 11496675"/>
              <a:gd name="connsiteY20" fmla="*/ 6111361 h 6858000"/>
              <a:gd name="connsiteX21" fmla="*/ 2812536 w 11496675"/>
              <a:gd name="connsiteY21" fmla="*/ 6111361 h 6858000"/>
              <a:gd name="connsiteX22" fmla="*/ 2900995 w 11496675"/>
              <a:gd name="connsiteY22" fmla="*/ 6034860 h 6858000"/>
              <a:gd name="connsiteX23" fmla="*/ 3058976 w 11496675"/>
              <a:gd name="connsiteY23" fmla="*/ 5976235 h 6858000"/>
              <a:gd name="connsiteX24" fmla="*/ 3186585 w 11496675"/>
              <a:gd name="connsiteY24" fmla="*/ 6296937 h 6858000"/>
              <a:gd name="connsiteX25" fmla="*/ 3256107 w 11496675"/>
              <a:gd name="connsiteY25" fmla="*/ 6296937 h 6858000"/>
              <a:gd name="connsiteX26" fmla="*/ 3383465 w 11496675"/>
              <a:gd name="connsiteY26" fmla="*/ 5976235 h 6858000"/>
              <a:gd name="connsiteX27" fmla="*/ 3302652 w 11496675"/>
              <a:gd name="connsiteY27" fmla="*/ 5976235 h 6858000"/>
              <a:gd name="connsiteX28" fmla="*/ 3222216 w 11496675"/>
              <a:gd name="connsiteY28" fmla="*/ 6205340 h 6858000"/>
              <a:gd name="connsiteX29" fmla="*/ 3140585 w 11496675"/>
              <a:gd name="connsiteY29" fmla="*/ 5976235 h 6858000"/>
              <a:gd name="connsiteX30" fmla="*/ 2900303 w 11496675"/>
              <a:gd name="connsiteY30" fmla="*/ 5969377 h 6858000"/>
              <a:gd name="connsiteX31" fmla="*/ 2737776 w 11496675"/>
              <a:gd name="connsiteY31" fmla="*/ 6138833 h 6858000"/>
              <a:gd name="connsiteX32" fmla="*/ 2903508 w 11496675"/>
              <a:gd name="connsiteY32" fmla="*/ 6303794 h 6858000"/>
              <a:gd name="connsiteX33" fmla="*/ 3055289 w 11496675"/>
              <a:gd name="connsiteY33" fmla="*/ 6198545 h 6858000"/>
              <a:gd name="connsiteX34" fmla="*/ 2978687 w 11496675"/>
              <a:gd name="connsiteY34" fmla="*/ 6198545 h 6858000"/>
              <a:gd name="connsiteX35" fmla="*/ 2904786 w 11496675"/>
              <a:gd name="connsiteY35" fmla="*/ 6238270 h 6858000"/>
              <a:gd name="connsiteX36" fmla="*/ 2812305 w 11496675"/>
              <a:gd name="connsiteY36" fmla="*/ 6163880 h 6858000"/>
              <a:gd name="connsiteX37" fmla="*/ 3063061 w 11496675"/>
              <a:gd name="connsiteY37" fmla="*/ 6163880 h 6858000"/>
              <a:gd name="connsiteX38" fmla="*/ 3065344 w 11496675"/>
              <a:gd name="connsiteY38" fmla="*/ 6133418 h 6858000"/>
              <a:gd name="connsiteX39" fmla="*/ 2900303 w 11496675"/>
              <a:gd name="connsiteY39" fmla="*/ 5969377 h 6858000"/>
              <a:gd name="connsiteX40" fmla="*/ 2207839 w 11496675"/>
              <a:gd name="connsiteY40" fmla="*/ 5969377 h 6858000"/>
              <a:gd name="connsiteX41" fmla="*/ 2107587 w 11496675"/>
              <a:gd name="connsiteY41" fmla="*/ 6023172 h 6858000"/>
              <a:gd name="connsiteX42" fmla="*/ 2107587 w 11496675"/>
              <a:gd name="connsiteY42" fmla="*/ 5976235 h 6858000"/>
              <a:gd name="connsiteX43" fmla="*/ 2037122 w 11496675"/>
              <a:gd name="connsiteY43" fmla="*/ 5976235 h 6858000"/>
              <a:gd name="connsiteX44" fmla="*/ 2037122 w 11496675"/>
              <a:gd name="connsiteY44" fmla="*/ 6296936 h 6858000"/>
              <a:gd name="connsiteX45" fmla="*/ 2112531 w 11496675"/>
              <a:gd name="connsiteY45" fmla="*/ 6296936 h 6858000"/>
              <a:gd name="connsiteX46" fmla="*/ 2112531 w 11496675"/>
              <a:gd name="connsiteY46" fmla="*/ 6127062 h 6858000"/>
              <a:gd name="connsiteX47" fmla="*/ 2116071 w 11496675"/>
              <a:gd name="connsiteY47" fmla="*/ 6091749 h 6858000"/>
              <a:gd name="connsiteX48" fmla="*/ 2185782 w 11496675"/>
              <a:gd name="connsiteY48" fmla="*/ 6037076 h 6858000"/>
              <a:gd name="connsiteX49" fmla="*/ 2251933 w 11496675"/>
              <a:gd name="connsiteY49" fmla="*/ 6093338 h 6858000"/>
              <a:gd name="connsiteX50" fmla="*/ 2254404 w 11496675"/>
              <a:gd name="connsiteY50" fmla="*/ 6126999 h 6858000"/>
              <a:gd name="connsiteX51" fmla="*/ 2254404 w 11496675"/>
              <a:gd name="connsiteY51" fmla="*/ 6296936 h 6858000"/>
              <a:gd name="connsiteX52" fmla="*/ 2329813 w 11496675"/>
              <a:gd name="connsiteY52" fmla="*/ 6296936 h 6858000"/>
              <a:gd name="connsiteX53" fmla="*/ 2329813 w 11496675"/>
              <a:gd name="connsiteY53" fmla="*/ 6107158 h 6858000"/>
              <a:gd name="connsiteX54" fmla="*/ 2322691 w 11496675"/>
              <a:gd name="connsiteY54" fmla="*/ 6050185 h 6858000"/>
              <a:gd name="connsiteX55" fmla="*/ 2207839 w 11496675"/>
              <a:gd name="connsiteY55" fmla="*/ 5969377 h 6858000"/>
              <a:gd name="connsiteX56" fmla="*/ 1283347 w 11496675"/>
              <a:gd name="connsiteY56" fmla="*/ 5934943 h 6858000"/>
              <a:gd name="connsiteX57" fmla="*/ 1341768 w 11496675"/>
              <a:gd name="connsiteY57" fmla="*/ 6090516 h 6858000"/>
              <a:gd name="connsiteX58" fmla="*/ 1182801 w 11496675"/>
              <a:gd name="connsiteY58" fmla="*/ 6194448 h 6858000"/>
              <a:gd name="connsiteX59" fmla="*/ 1182801 w 11496675"/>
              <a:gd name="connsiteY59" fmla="*/ 6194406 h 6858000"/>
              <a:gd name="connsiteX60" fmla="*/ 2463999 w 11496675"/>
              <a:gd name="connsiteY60" fmla="*/ 5916565 h 6858000"/>
              <a:gd name="connsiteX61" fmla="*/ 2533459 w 11496675"/>
              <a:gd name="connsiteY61" fmla="*/ 5916565 h 6858000"/>
              <a:gd name="connsiteX62" fmla="*/ 2576945 w 11496675"/>
              <a:gd name="connsiteY62" fmla="*/ 5923715 h 6858000"/>
              <a:gd name="connsiteX63" fmla="*/ 2605957 w 11496675"/>
              <a:gd name="connsiteY63" fmla="*/ 5972932 h 6858000"/>
              <a:gd name="connsiteX64" fmla="*/ 2575918 w 11496675"/>
              <a:gd name="connsiteY64" fmla="*/ 6022755 h 6858000"/>
              <a:gd name="connsiteX65" fmla="*/ 2536119 w 11496675"/>
              <a:gd name="connsiteY65" fmla="*/ 6029341 h 6858000"/>
              <a:gd name="connsiteX66" fmla="*/ 2464041 w 11496675"/>
              <a:gd name="connsiteY66" fmla="*/ 6029341 h 6858000"/>
              <a:gd name="connsiteX67" fmla="*/ 1601928 w 11496675"/>
              <a:gd name="connsiteY67" fmla="*/ 5916565 h 6858000"/>
              <a:gd name="connsiteX68" fmla="*/ 1668309 w 11496675"/>
              <a:gd name="connsiteY68" fmla="*/ 5916565 h 6858000"/>
              <a:gd name="connsiteX69" fmla="*/ 1704904 w 11496675"/>
              <a:gd name="connsiteY69" fmla="*/ 5921123 h 6858000"/>
              <a:gd name="connsiteX70" fmla="*/ 1743886 w 11496675"/>
              <a:gd name="connsiteY70" fmla="*/ 5978870 h 6858000"/>
              <a:gd name="connsiteX71" fmla="*/ 1706935 w 11496675"/>
              <a:gd name="connsiteY71" fmla="*/ 6034337 h 6858000"/>
              <a:gd name="connsiteX72" fmla="*/ 1634354 w 11496675"/>
              <a:gd name="connsiteY72" fmla="*/ 6028651 h 6858000"/>
              <a:gd name="connsiteX73" fmla="*/ 1601928 w 11496675"/>
              <a:gd name="connsiteY73" fmla="*/ 6029152 h 6858000"/>
              <a:gd name="connsiteX74" fmla="*/ 905952 w 11496675"/>
              <a:gd name="connsiteY74" fmla="*/ 5873642 h 6858000"/>
              <a:gd name="connsiteX75" fmla="*/ 727281 w 11496675"/>
              <a:gd name="connsiteY75" fmla="*/ 6139754 h 6858000"/>
              <a:gd name="connsiteX76" fmla="*/ 789868 w 11496675"/>
              <a:gd name="connsiteY76" fmla="*/ 6340697 h 6858000"/>
              <a:gd name="connsiteX77" fmla="*/ 990857 w 11496675"/>
              <a:gd name="connsiteY77" fmla="*/ 6014314 h 6858000"/>
              <a:gd name="connsiteX78" fmla="*/ 905952 w 11496675"/>
              <a:gd name="connsiteY78" fmla="*/ 5873642 h 6858000"/>
              <a:gd name="connsiteX79" fmla="*/ 2386663 w 11496675"/>
              <a:gd name="connsiteY79" fmla="*/ 5845751 h 6858000"/>
              <a:gd name="connsiteX80" fmla="*/ 2386663 w 11496675"/>
              <a:gd name="connsiteY80" fmla="*/ 6296937 h 6858000"/>
              <a:gd name="connsiteX81" fmla="*/ 2546698 w 11496675"/>
              <a:gd name="connsiteY81" fmla="*/ 6296937 h 6858000"/>
              <a:gd name="connsiteX82" fmla="*/ 2619279 w 11496675"/>
              <a:gd name="connsiteY82" fmla="*/ 6286755 h 6858000"/>
              <a:gd name="connsiteX83" fmla="*/ 2709874 w 11496675"/>
              <a:gd name="connsiteY83" fmla="*/ 6165324 h 6858000"/>
              <a:gd name="connsiteX84" fmla="*/ 2639953 w 11496675"/>
              <a:gd name="connsiteY84" fmla="*/ 6055789 h 6858000"/>
              <a:gd name="connsiteX85" fmla="*/ 2683397 w 11496675"/>
              <a:gd name="connsiteY85" fmla="*/ 5967057 h 6858000"/>
              <a:gd name="connsiteX86" fmla="*/ 2593325 w 11496675"/>
              <a:gd name="connsiteY86" fmla="*/ 5851772 h 6858000"/>
              <a:gd name="connsiteX87" fmla="*/ 2529563 w 11496675"/>
              <a:gd name="connsiteY87" fmla="*/ 5845751 h 6858000"/>
              <a:gd name="connsiteX88" fmla="*/ 1893510 w 11496675"/>
              <a:gd name="connsiteY88" fmla="*/ 5845751 h 6858000"/>
              <a:gd name="connsiteX89" fmla="*/ 1893510 w 11496675"/>
              <a:gd name="connsiteY89" fmla="*/ 6296937 h 6858000"/>
              <a:gd name="connsiteX90" fmla="*/ 1971726 w 11496675"/>
              <a:gd name="connsiteY90" fmla="*/ 6296937 h 6858000"/>
              <a:gd name="connsiteX91" fmla="*/ 1971726 w 11496675"/>
              <a:gd name="connsiteY91" fmla="*/ 5845751 h 6858000"/>
              <a:gd name="connsiteX92" fmla="*/ 1248261 w 11496675"/>
              <a:gd name="connsiteY92" fmla="*/ 5845730 h 6858000"/>
              <a:gd name="connsiteX93" fmla="*/ 1063781 w 11496675"/>
              <a:gd name="connsiteY93" fmla="*/ 6296937 h 6858000"/>
              <a:gd name="connsiteX94" fmla="*/ 1139043 w 11496675"/>
              <a:gd name="connsiteY94" fmla="*/ 6296937 h 6858000"/>
              <a:gd name="connsiteX95" fmla="*/ 1362610 w 11496675"/>
              <a:gd name="connsiteY95" fmla="*/ 6146402 h 6858000"/>
              <a:gd name="connsiteX96" fmla="*/ 1419167 w 11496675"/>
              <a:gd name="connsiteY96" fmla="*/ 6296937 h 6858000"/>
              <a:gd name="connsiteX97" fmla="*/ 1504525 w 11496675"/>
              <a:gd name="connsiteY97" fmla="*/ 6296937 h 6858000"/>
              <a:gd name="connsiteX98" fmla="*/ 1433075 w 11496675"/>
              <a:gd name="connsiteY98" fmla="*/ 6122128 h 6858000"/>
              <a:gd name="connsiteX99" fmla="*/ 1524530 w 11496675"/>
              <a:gd name="connsiteY99" fmla="*/ 6102580 h 6858000"/>
              <a:gd name="connsiteX100" fmla="*/ 1524530 w 11496675"/>
              <a:gd name="connsiteY100" fmla="*/ 6296874 h 6858000"/>
              <a:gd name="connsiteX101" fmla="*/ 1563365 w 11496675"/>
              <a:gd name="connsiteY101" fmla="*/ 6296874 h 6858000"/>
              <a:gd name="connsiteX102" fmla="*/ 1699772 w 11496675"/>
              <a:gd name="connsiteY102" fmla="*/ 6296874 h 6858000"/>
              <a:gd name="connsiteX103" fmla="*/ 1847866 w 11496675"/>
              <a:gd name="connsiteY103" fmla="*/ 6165156 h 6858000"/>
              <a:gd name="connsiteX104" fmla="*/ 1777150 w 11496675"/>
              <a:gd name="connsiteY104" fmla="*/ 6056416 h 6858000"/>
              <a:gd name="connsiteX105" fmla="*/ 1821264 w 11496675"/>
              <a:gd name="connsiteY105" fmla="*/ 5967057 h 6858000"/>
              <a:gd name="connsiteX106" fmla="*/ 1731192 w 11496675"/>
              <a:gd name="connsiteY106" fmla="*/ 5851772 h 6858000"/>
              <a:gd name="connsiteX107" fmla="*/ 1667430 w 11496675"/>
              <a:gd name="connsiteY107" fmla="*/ 5845751 h 6858000"/>
              <a:gd name="connsiteX108" fmla="*/ 1524530 w 11496675"/>
              <a:gd name="connsiteY108" fmla="*/ 5845751 h 6858000"/>
              <a:gd name="connsiteX109" fmla="*/ 1524530 w 11496675"/>
              <a:gd name="connsiteY109" fmla="*/ 6036136 h 6858000"/>
              <a:gd name="connsiteX110" fmla="*/ 1409322 w 11496675"/>
              <a:gd name="connsiteY110" fmla="*/ 6063880 h 6858000"/>
              <a:gd name="connsiteX111" fmla="*/ 1320046 w 11496675"/>
              <a:gd name="connsiteY111" fmla="*/ 5845730 h 6858000"/>
              <a:gd name="connsiteX112" fmla="*/ 719325 w 11496675"/>
              <a:gd name="connsiteY112" fmla="*/ 5806530 h 6858000"/>
              <a:gd name="connsiteX113" fmla="*/ 459807 w 11496675"/>
              <a:gd name="connsiteY113" fmla="*/ 6030125 h 6858000"/>
              <a:gd name="connsiteX114" fmla="*/ 456677 w 11496675"/>
              <a:gd name="connsiteY114" fmla="*/ 6053928 h 6858000"/>
              <a:gd name="connsiteX115" fmla="*/ 521862 w 11496675"/>
              <a:gd name="connsiteY115" fmla="*/ 6055810 h 6858000"/>
              <a:gd name="connsiteX116" fmla="*/ 774117 w 11496675"/>
              <a:gd name="connsiteY116" fmla="*/ 5810606 h 6858000"/>
              <a:gd name="connsiteX117" fmla="*/ 719325 w 11496675"/>
              <a:gd name="connsiteY117" fmla="*/ 5806530 h 6858000"/>
              <a:gd name="connsiteX118" fmla="*/ 0 w 11496675"/>
              <a:gd name="connsiteY118" fmla="*/ 0 h 6858000"/>
              <a:gd name="connsiteX119" fmla="*/ 11496675 w 11496675"/>
              <a:gd name="connsiteY119" fmla="*/ 0 h 6858000"/>
              <a:gd name="connsiteX120" fmla="*/ 11496675 w 11496675"/>
              <a:gd name="connsiteY120" fmla="*/ 6858000 h 6858000"/>
              <a:gd name="connsiteX121" fmla="*/ 0 w 11496675"/>
              <a:gd name="connsiteY12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</a:cxnLst>
            <a:rect l="l" t="t" r="r" b="b"/>
            <a:pathLst>
              <a:path w="11496675" h="6858000">
                <a:moveTo>
                  <a:pt x="460301" y="6126917"/>
                </a:moveTo>
                <a:cubicBezTo>
                  <a:pt x="481391" y="6239870"/>
                  <a:pt x="571632" y="6327222"/>
                  <a:pt x="685389" y="6344795"/>
                </a:cubicBezTo>
                <a:cubicBezTo>
                  <a:pt x="682477" y="6261311"/>
                  <a:pt x="614695" y="6177220"/>
                  <a:pt x="512080" y="6140507"/>
                </a:cubicBezTo>
                <a:cubicBezTo>
                  <a:pt x="495250" y="6134479"/>
                  <a:pt x="477924" y="6129932"/>
                  <a:pt x="460301" y="6126917"/>
                </a:cubicBezTo>
                <a:close/>
                <a:moveTo>
                  <a:pt x="2464041" y="6098900"/>
                </a:moveTo>
                <a:lnTo>
                  <a:pt x="2557192" y="6098900"/>
                </a:lnTo>
                <a:cubicBezTo>
                  <a:pt x="2565466" y="6098854"/>
                  <a:pt x="2573719" y="6099640"/>
                  <a:pt x="2581846" y="6101242"/>
                </a:cubicBezTo>
                <a:cubicBezTo>
                  <a:pt x="2618462" y="6109354"/>
                  <a:pt x="2632496" y="6138186"/>
                  <a:pt x="2632496" y="6162417"/>
                </a:cubicBezTo>
                <a:cubicBezTo>
                  <a:pt x="2632496" y="6194469"/>
                  <a:pt x="2611863" y="6216213"/>
                  <a:pt x="2581260" y="6223468"/>
                </a:cubicBezTo>
                <a:lnTo>
                  <a:pt x="2581302" y="6223468"/>
                </a:lnTo>
                <a:cubicBezTo>
                  <a:pt x="2571205" y="6225333"/>
                  <a:pt x="2560941" y="6226223"/>
                  <a:pt x="2550677" y="6226123"/>
                </a:cubicBezTo>
                <a:lnTo>
                  <a:pt x="2464041" y="6226123"/>
                </a:lnTo>
                <a:close/>
                <a:moveTo>
                  <a:pt x="1636491" y="6095743"/>
                </a:moveTo>
                <a:cubicBezTo>
                  <a:pt x="1721158" y="6096830"/>
                  <a:pt x="1770405" y="6121438"/>
                  <a:pt x="1770405" y="6165198"/>
                </a:cubicBezTo>
                <a:cubicBezTo>
                  <a:pt x="1770405" y="6204588"/>
                  <a:pt x="1735130" y="6226060"/>
                  <a:pt x="1695017" y="6226060"/>
                </a:cubicBezTo>
                <a:lnTo>
                  <a:pt x="1695017" y="6225997"/>
                </a:lnTo>
                <a:lnTo>
                  <a:pt x="1601928" y="6225997"/>
                </a:lnTo>
                <a:lnTo>
                  <a:pt x="1601928" y="6096370"/>
                </a:lnTo>
                <a:cubicBezTo>
                  <a:pt x="1613722" y="6095869"/>
                  <a:pt x="1625305" y="6095618"/>
                  <a:pt x="1636491" y="6095743"/>
                </a:cubicBezTo>
                <a:close/>
                <a:moveTo>
                  <a:pt x="2900995" y="6034860"/>
                </a:moveTo>
                <a:cubicBezTo>
                  <a:pt x="2948858" y="6034860"/>
                  <a:pt x="2985243" y="6066493"/>
                  <a:pt x="2990605" y="6111361"/>
                </a:cubicBezTo>
                <a:lnTo>
                  <a:pt x="2812536" y="6111361"/>
                </a:lnTo>
                <a:cubicBezTo>
                  <a:pt x="2817940" y="6065197"/>
                  <a:pt x="2855435" y="6034860"/>
                  <a:pt x="2900995" y="6034860"/>
                </a:cubicBezTo>
                <a:close/>
                <a:moveTo>
                  <a:pt x="3058976" y="5976235"/>
                </a:moveTo>
                <a:lnTo>
                  <a:pt x="3186585" y="6296937"/>
                </a:lnTo>
                <a:lnTo>
                  <a:pt x="3256107" y="6296937"/>
                </a:lnTo>
                <a:lnTo>
                  <a:pt x="3383465" y="5976235"/>
                </a:lnTo>
                <a:lnTo>
                  <a:pt x="3302652" y="5976235"/>
                </a:lnTo>
                <a:lnTo>
                  <a:pt x="3222216" y="6205340"/>
                </a:lnTo>
                <a:lnTo>
                  <a:pt x="3140585" y="5976235"/>
                </a:lnTo>
                <a:close/>
                <a:moveTo>
                  <a:pt x="2900303" y="5969377"/>
                </a:moveTo>
                <a:cubicBezTo>
                  <a:pt x="2808849" y="5969377"/>
                  <a:pt x="2737776" y="6042825"/>
                  <a:pt x="2737776" y="6138833"/>
                </a:cubicBezTo>
                <a:cubicBezTo>
                  <a:pt x="2737776" y="6227439"/>
                  <a:pt x="2807760" y="6303794"/>
                  <a:pt x="2903508" y="6303794"/>
                </a:cubicBezTo>
                <a:cubicBezTo>
                  <a:pt x="2973450" y="6303794"/>
                  <a:pt x="3027619" y="6263631"/>
                  <a:pt x="3055289" y="6198545"/>
                </a:cubicBezTo>
                <a:lnTo>
                  <a:pt x="2978687" y="6198545"/>
                </a:lnTo>
                <a:cubicBezTo>
                  <a:pt x="2961426" y="6224324"/>
                  <a:pt x="2938301" y="6238270"/>
                  <a:pt x="2904786" y="6238270"/>
                </a:cubicBezTo>
                <a:cubicBezTo>
                  <a:pt x="2854869" y="6238270"/>
                  <a:pt x="2822213" y="6208999"/>
                  <a:pt x="2812305" y="6163880"/>
                </a:cubicBezTo>
                <a:lnTo>
                  <a:pt x="3063061" y="6163880"/>
                </a:lnTo>
                <a:cubicBezTo>
                  <a:pt x="3064820" y="6153826"/>
                  <a:pt x="3065595" y="6143623"/>
                  <a:pt x="3065344" y="6133418"/>
                </a:cubicBezTo>
                <a:cubicBezTo>
                  <a:pt x="3064569" y="6047237"/>
                  <a:pt x="2998314" y="5969377"/>
                  <a:pt x="2900303" y="5969377"/>
                </a:cubicBezTo>
                <a:close/>
                <a:moveTo>
                  <a:pt x="2207839" y="5969377"/>
                </a:moveTo>
                <a:cubicBezTo>
                  <a:pt x="2168899" y="5969377"/>
                  <a:pt x="2131635" y="5984012"/>
                  <a:pt x="2107587" y="6023172"/>
                </a:cubicBezTo>
                <a:lnTo>
                  <a:pt x="2107587" y="5976235"/>
                </a:lnTo>
                <a:lnTo>
                  <a:pt x="2037122" y="5976235"/>
                </a:lnTo>
                <a:lnTo>
                  <a:pt x="2037122" y="6296936"/>
                </a:lnTo>
                <a:lnTo>
                  <a:pt x="2112531" y="6296936"/>
                </a:lnTo>
                <a:lnTo>
                  <a:pt x="2112531" y="6127062"/>
                </a:lnTo>
                <a:cubicBezTo>
                  <a:pt x="2112338" y="6115195"/>
                  <a:pt x="2113526" y="6103345"/>
                  <a:pt x="2116071" y="6091749"/>
                </a:cubicBezTo>
                <a:cubicBezTo>
                  <a:pt x="2124743" y="6057168"/>
                  <a:pt x="2149439" y="6037076"/>
                  <a:pt x="2185782" y="6037076"/>
                </a:cubicBezTo>
                <a:cubicBezTo>
                  <a:pt x="2223340" y="6037076"/>
                  <a:pt x="2244978" y="6055893"/>
                  <a:pt x="2251933" y="6093338"/>
                </a:cubicBezTo>
                <a:cubicBezTo>
                  <a:pt x="2253699" y="6104469"/>
                  <a:pt x="2254526" y="6115730"/>
                  <a:pt x="2254404" y="6126999"/>
                </a:cubicBezTo>
                <a:lnTo>
                  <a:pt x="2254404" y="6296936"/>
                </a:lnTo>
                <a:lnTo>
                  <a:pt x="2329813" y="6296936"/>
                </a:lnTo>
                <a:lnTo>
                  <a:pt x="2329813" y="6107158"/>
                </a:lnTo>
                <a:cubicBezTo>
                  <a:pt x="2329813" y="6085853"/>
                  <a:pt x="2327719" y="6066618"/>
                  <a:pt x="2322691" y="6050185"/>
                </a:cubicBezTo>
                <a:cubicBezTo>
                  <a:pt x="2306290" y="5995679"/>
                  <a:pt x="2262553" y="5969377"/>
                  <a:pt x="2207839" y="5969377"/>
                </a:cubicBezTo>
                <a:close/>
                <a:moveTo>
                  <a:pt x="1283347" y="5934943"/>
                </a:moveTo>
                <a:lnTo>
                  <a:pt x="1341768" y="6090516"/>
                </a:lnTo>
                <a:cubicBezTo>
                  <a:pt x="1281210" y="6118219"/>
                  <a:pt x="1227335" y="6153720"/>
                  <a:pt x="1182801" y="6194448"/>
                </a:cubicBezTo>
                <a:lnTo>
                  <a:pt x="1182801" y="6194406"/>
                </a:lnTo>
                <a:close/>
                <a:moveTo>
                  <a:pt x="2463999" y="5916565"/>
                </a:moveTo>
                <a:lnTo>
                  <a:pt x="2533459" y="5916565"/>
                </a:lnTo>
                <a:cubicBezTo>
                  <a:pt x="2549295" y="5916565"/>
                  <a:pt x="2566136" y="5918656"/>
                  <a:pt x="2576945" y="5923715"/>
                </a:cubicBezTo>
                <a:cubicBezTo>
                  <a:pt x="2595797" y="5932392"/>
                  <a:pt x="2605957" y="5948595"/>
                  <a:pt x="2605957" y="5972932"/>
                </a:cubicBezTo>
                <a:cubicBezTo>
                  <a:pt x="2605957" y="5997268"/>
                  <a:pt x="2595127" y="6014120"/>
                  <a:pt x="2575918" y="6022755"/>
                </a:cubicBezTo>
                <a:cubicBezTo>
                  <a:pt x="2566304" y="6027062"/>
                  <a:pt x="2552269" y="6029341"/>
                  <a:pt x="2536119" y="6029341"/>
                </a:cubicBezTo>
                <a:lnTo>
                  <a:pt x="2464041" y="6029341"/>
                </a:lnTo>
                <a:close/>
                <a:moveTo>
                  <a:pt x="1601928" y="5916565"/>
                </a:moveTo>
                <a:lnTo>
                  <a:pt x="1668309" y="5916565"/>
                </a:lnTo>
                <a:cubicBezTo>
                  <a:pt x="1683475" y="5916565"/>
                  <a:pt x="1696190" y="5918279"/>
                  <a:pt x="1704904" y="5921123"/>
                </a:cubicBezTo>
                <a:cubicBezTo>
                  <a:pt x="1730040" y="5929339"/>
                  <a:pt x="1743886" y="5948303"/>
                  <a:pt x="1743886" y="5978870"/>
                </a:cubicBezTo>
                <a:cubicBezTo>
                  <a:pt x="1743886" y="6007178"/>
                  <a:pt x="1729600" y="6025786"/>
                  <a:pt x="1706935" y="6034337"/>
                </a:cubicBezTo>
                <a:cubicBezTo>
                  <a:pt x="1682943" y="6030424"/>
                  <a:pt x="1658665" y="6028521"/>
                  <a:pt x="1634354" y="6028651"/>
                </a:cubicBezTo>
                <a:cubicBezTo>
                  <a:pt x="1624258" y="6028651"/>
                  <a:pt x="1613156" y="6028797"/>
                  <a:pt x="1601928" y="6029152"/>
                </a:cubicBezTo>
                <a:close/>
                <a:moveTo>
                  <a:pt x="905952" y="5873642"/>
                </a:moveTo>
                <a:cubicBezTo>
                  <a:pt x="801401" y="5922221"/>
                  <a:pt x="732553" y="6024762"/>
                  <a:pt x="727281" y="6139754"/>
                </a:cubicBezTo>
                <a:cubicBezTo>
                  <a:pt x="723846" y="6211994"/>
                  <a:pt x="746003" y="6283136"/>
                  <a:pt x="789868" y="6340697"/>
                </a:cubicBezTo>
                <a:cubicBezTo>
                  <a:pt x="935664" y="6305967"/>
                  <a:pt x="1025649" y="6159842"/>
                  <a:pt x="990857" y="6014314"/>
                </a:cubicBezTo>
                <a:cubicBezTo>
                  <a:pt x="977820" y="5959784"/>
                  <a:pt x="948154" y="5910634"/>
                  <a:pt x="905952" y="5873642"/>
                </a:cubicBezTo>
                <a:close/>
                <a:moveTo>
                  <a:pt x="2386663" y="5845751"/>
                </a:moveTo>
                <a:lnTo>
                  <a:pt x="2386663" y="6296937"/>
                </a:lnTo>
                <a:lnTo>
                  <a:pt x="2546698" y="6296937"/>
                </a:lnTo>
                <a:cubicBezTo>
                  <a:pt x="2577887" y="6296937"/>
                  <a:pt x="2598793" y="6293968"/>
                  <a:pt x="2619279" y="6286755"/>
                </a:cubicBezTo>
                <a:cubicBezTo>
                  <a:pt x="2672903" y="6267938"/>
                  <a:pt x="2709874" y="6226311"/>
                  <a:pt x="2709874" y="6165324"/>
                </a:cubicBezTo>
                <a:cubicBezTo>
                  <a:pt x="2709874" y="6114414"/>
                  <a:pt x="2685638" y="6078223"/>
                  <a:pt x="2639953" y="6055789"/>
                </a:cubicBezTo>
                <a:cubicBezTo>
                  <a:pt x="2670536" y="6032351"/>
                  <a:pt x="2683397" y="6005464"/>
                  <a:pt x="2683397" y="5967057"/>
                </a:cubicBezTo>
                <a:cubicBezTo>
                  <a:pt x="2683397" y="5909561"/>
                  <a:pt x="2647787" y="5866470"/>
                  <a:pt x="2593325" y="5851772"/>
                </a:cubicBezTo>
                <a:cubicBezTo>
                  <a:pt x="2579207" y="5847988"/>
                  <a:pt x="2556270" y="5845751"/>
                  <a:pt x="2529563" y="5845751"/>
                </a:cubicBezTo>
                <a:close/>
                <a:moveTo>
                  <a:pt x="1893510" y="5845751"/>
                </a:moveTo>
                <a:lnTo>
                  <a:pt x="1893510" y="6296937"/>
                </a:lnTo>
                <a:lnTo>
                  <a:pt x="1971726" y="6296937"/>
                </a:lnTo>
                <a:lnTo>
                  <a:pt x="1971726" y="5845751"/>
                </a:lnTo>
                <a:close/>
                <a:moveTo>
                  <a:pt x="1248261" y="5845730"/>
                </a:moveTo>
                <a:lnTo>
                  <a:pt x="1063781" y="6296937"/>
                </a:lnTo>
                <a:lnTo>
                  <a:pt x="1139043" y="6296937"/>
                </a:lnTo>
                <a:cubicBezTo>
                  <a:pt x="1204105" y="6228297"/>
                  <a:pt x="1281755" y="6179039"/>
                  <a:pt x="1362610" y="6146402"/>
                </a:cubicBezTo>
                <a:lnTo>
                  <a:pt x="1419167" y="6296937"/>
                </a:lnTo>
                <a:lnTo>
                  <a:pt x="1504525" y="6296937"/>
                </a:lnTo>
                <a:lnTo>
                  <a:pt x="1433075" y="6122128"/>
                </a:lnTo>
                <a:cubicBezTo>
                  <a:pt x="1463094" y="6113607"/>
                  <a:pt x="1493645" y="6107077"/>
                  <a:pt x="1524530" y="6102580"/>
                </a:cubicBezTo>
                <a:lnTo>
                  <a:pt x="1524530" y="6296874"/>
                </a:lnTo>
                <a:lnTo>
                  <a:pt x="1563365" y="6296874"/>
                </a:lnTo>
                <a:lnTo>
                  <a:pt x="1699772" y="6296874"/>
                </a:lnTo>
                <a:cubicBezTo>
                  <a:pt x="1796127" y="6296874"/>
                  <a:pt x="1847866" y="6240424"/>
                  <a:pt x="1847866" y="6165156"/>
                </a:cubicBezTo>
                <a:cubicBezTo>
                  <a:pt x="1847866" y="6119703"/>
                  <a:pt x="1825223" y="6080920"/>
                  <a:pt x="1777150" y="6056416"/>
                </a:cubicBezTo>
                <a:cubicBezTo>
                  <a:pt x="1809743" y="6032623"/>
                  <a:pt x="1821264" y="5997059"/>
                  <a:pt x="1821264" y="5967057"/>
                </a:cubicBezTo>
                <a:cubicBezTo>
                  <a:pt x="1821264" y="5909561"/>
                  <a:pt x="1785654" y="5866470"/>
                  <a:pt x="1731192" y="5851772"/>
                </a:cubicBezTo>
                <a:cubicBezTo>
                  <a:pt x="1717074" y="5847988"/>
                  <a:pt x="1694137" y="5845751"/>
                  <a:pt x="1667430" y="5845751"/>
                </a:cubicBezTo>
                <a:lnTo>
                  <a:pt x="1524530" y="5845751"/>
                </a:lnTo>
                <a:lnTo>
                  <a:pt x="1524530" y="6036136"/>
                </a:lnTo>
                <a:cubicBezTo>
                  <a:pt x="1485399" y="6042059"/>
                  <a:pt x="1446854" y="6051342"/>
                  <a:pt x="1409322" y="6063880"/>
                </a:cubicBezTo>
                <a:lnTo>
                  <a:pt x="1320046" y="5845730"/>
                </a:lnTo>
                <a:close/>
                <a:moveTo>
                  <a:pt x="719325" y="5806530"/>
                </a:moveTo>
                <a:cubicBezTo>
                  <a:pt x="593204" y="5809926"/>
                  <a:pt x="482613" y="5901278"/>
                  <a:pt x="459807" y="6030125"/>
                </a:cubicBezTo>
                <a:cubicBezTo>
                  <a:pt x="458412" y="6038009"/>
                  <a:pt x="457367" y="6045952"/>
                  <a:pt x="456677" y="6053928"/>
                </a:cubicBezTo>
                <a:cubicBezTo>
                  <a:pt x="478260" y="6057066"/>
                  <a:pt x="500133" y="6057698"/>
                  <a:pt x="521862" y="6055810"/>
                </a:cubicBezTo>
                <a:cubicBezTo>
                  <a:pt x="657300" y="6044018"/>
                  <a:pt x="761549" y="5938686"/>
                  <a:pt x="774117" y="5810606"/>
                </a:cubicBezTo>
                <a:cubicBezTo>
                  <a:pt x="755677" y="5807354"/>
                  <a:pt x="737342" y="5806044"/>
                  <a:pt x="719325" y="5806530"/>
                </a:cubicBezTo>
                <a:close/>
                <a:moveTo>
                  <a:pt x="0" y="0"/>
                </a:moveTo>
                <a:lnTo>
                  <a:pt x="11496675" y="0"/>
                </a:lnTo>
                <a:lnTo>
                  <a:pt x="11496675" y="6858000"/>
                </a:lnTo>
                <a:lnTo>
                  <a:pt x="0" y="6858000"/>
                </a:lnTo>
                <a:close/>
              </a:path>
            </a:pathLst>
          </a:custGeom>
          <a:pattFill prst="pct25">
            <a:fgClr>
              <a:schemeClr val="tx1"/>
            </a:fgClr>
            <a:bgClr>
              <a:schemeClr val="bg1"/>
            </a:bgClr>
          </a:pattFill>
        </p:spPr>
        <p:txBody>
          <a:bodyPr wrap="square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                                                                                                                                                                                        Insert background image here</a:t>
            </a:r>
          </a:p>
          <a:p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E281CD-A54D-3442-B2F6-DCC90535935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483251"/>
            <a:ext cx="6204930" cy="184944"/>
          </a:xfrm>
        </p:spPr>
        <p:txBody>
          <a:bodyPr rIns="0" anchor="b"/>
          <a:lstStyle>
            <a:lvl1pPr algn="l">
              <a:defRPr lang="en-US" sz="1200" b="1" kern="1200" baseline="0" dirty="0" smtClean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algn="r">
              <a:defRPr lang="en-US" sz="1200" b="1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algn="r">
              <a:defRPr lang="en-US" sz="1200" b="1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algn="r">
              <a:defRPr lang="en-US" sz="1200" b="1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algn="r">
              <a:defRPr lang="en-US" sz="1200" b="1" kern="120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Subtitle Goes Here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F444DE9C-F571-BB4C-9C1C-7332F4140BF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201" y="661482"/>
            <a:ext cx="6204928" cy="184944"/>
          </a:xfrm>
        </p:spPr>
        <p:txBody>
          <a:bodyPr rIns="0" anchor="b"/>
          <a:lstStyle>
            <a:lvl1pPr algn="l">
              <a:defRPr lang="en-US" sz="1200" b="0" kern="1200" baseline="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algn="r">
              <a:defRPr lang="en-US" sz="1200" b="1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algn="r">
              <a:defRPr lang="en-US" sz="1200" b="1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algn="r">
              <a:defRPr lang="en-US" sz="1200" b="1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algn="r">
              <a:defRPr lang="en-US" sz="1200" b="1" kern="120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00.00.0000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1B3CE5-5669-E845-98B1-856DE736BC1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0" y="2353235"/>
            <a:ext cx="6204930" cy="2097587"/>
          </a:xfrm>
        </p:spPr>
        <p:txBody>
          <a:bodyPr rIns="0" anchor="b"/>
          <a:lstStyle>
            <a:lvl1pPr algn="l">
              <a:lnSpc>
                <a:spcPct val="80000"/>
              </a:lnSpc>
              <a:defRPr kumimoji="0" lang="en-US" sz="5600" b="1" i="0" u="none" strike="noStrike" kern="120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/>
                <a:ea typeface="+mj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Two or Three-Line Presentation Title Goes Here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47035A7-7A02-644D-AB50-DD78EC74956F}"/>
              </a:ext>
            </a:extLst>
          </p:cNvPr>
          <p:cNvSpPr/>
          <p:nvPr userDrawn="1"/>
        </p:nvSpPr>
        <p:spPr>
          <a:xfrm rot="10800000">
            <a:off x="11496366" y="-4"/>
            <a:ext cx="715297" cy="6858003"/>
          </a:xfrm>
          <a:prstGeom prst="rect">
            <a:avLst/>
          </a:prstGeom>
          <a:gradFill>
            <a:gsLst>
              <a:gs pos="0">
                <a:srgbClr val="D1A33C"/>
              </a:gs>
              <a:gs pos="100000">
                <a:srgbClr val="F2D713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19059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65AD1510-2F3F-0E4C-9DC7-E18C56806C0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" y="228600"/>
            <a:ext cx="12191999" cy="6629400"/>
          </a:xfrm>
          <a:custGeom>
            <a:avLst/>
            <a:gdLst>
              <a:gd name="connsiteX0" fmla="*/ 460821 w 12191999"/>
              <a:gd name="connsiteY0" fmla="*/ 5898317 h 6629400"/>
              <a:gd name="connsiteX1" fmla="*/ 685915 w 12191999"/>
              <a:gd name="connsiteY1" fmla="*/ 6116195 h 6629400"/>
              <a:gd name="connsiteX2" fmla="*/ 512601 w 12191999"/>
              <a:gd name="connsiteY2" fmla="*/ 5911907 h 6629400"/>
              <a:gd name="connsiteX3" fmla="*/ 460821 w 12191999"/>
              <a:gd name="connsiteY3" fmla="*/ 5898317 h 6629400"/>
              <a:gd name="connsiteX4" fmla="*/ 2464549 w 12191999"/>
              <a:gd name="connsiteY4" fmla="*/ 5870301 h 6629400"/>
              <a:gd name="connsiteX5" fmla="*/ 2557701 w 12191999"/>
              <a:gd name="connsiteY5" fmla="*/ 5870301 h 6629400"/>
              <a:gd name="connsiteX6" fmla="*/ 2582355 w 12191999"/>
              <a:gd name="connsiteY6" fmla="*/ 5872643 h 6629400"/>
              <a:gd name="connsiteX7" fmla="*/ 2633004 w 12191999"/>
              <a:gd name="connsiteY7" fmla="*/ 5933818 h 6629400"/>
              <a:gd name="connsiteX8" fmla="*/ 2581769 w 12191999"/>
              <a:gd name="connsiteY8" fmla="*/ 5994869 h 6629400"/>
              <a:gd name="connsiteX9" fmla="*/ 2581810 w 12191999"/>
              <a:gd name="connsiteY9" fmla="*/ 5994869 h 6629400"/>
              <a:gd name="connsiteX10" fmla="*/ 2551185 w 12191999"/>
              <a:gd name="connsiteY10" fmla="*/ 5997524 h 6629400"/>
              <a:gd name="connsiteX11" fmla="*/ 2464549 w 12191999"/>
              <a:gd name="connsiteY11" fmla="*/ 5997524 h 6629400"/>
              <a:gd name="connsiteX12" fmla="*/ 1637003 w 12191999"/>
              <a:gd name="connsiteY12" fmla="*/ 5867144 h 6629400"/>
              <a:gd name="connsiteX13" fmla="*/ 1770916 w 12191999"/>
              <a:gd name="connsiteY13" fmla="*/ 5936599 h 6629400"/>
              <a:gd name="connsiteX14" fmla="*/ 1695528 w 12191999"/>
              <a:gd name="connsiteY14" fmla="*/ 5997461 h 6629400"/>
              <a:gd name="connsiteX15" fmla="*/ 1695528 w 12191999"/>
              <a:gd name="connsiteY15" fmla="*/ 5997398 h 6629400"/>
              <a:gd name="connsiteX16" fmla="*/ 1602441 w 12191999"/>
              <a:gd name="connsiteY16" fmla="*/ 5997398 h 6629400"/>
              <a:gd name="connsiteX17" fmla="*/ 1602441 w 12191999"/>
              <a:gd name="connsiteY17" fmla="*/ 5867771 h 6629400"/>
              <a:gd name="connsiteX18" fmla="*/ 1637003 w 12191999"/>
              <a:gd name="connsiteY18" fmla="*/ 5867144 h 6629400"/>
              <a:gd name="connsiteX19" fmla="*/ 2901500 w 12191999"/>
              <a:gd name="connsiteY19" fmla="*/ 5806261 h 6629400"/>
              <a:gd name="connsiteX20" fmla="*/ 2991111 w 12191999"/>
              <a:gd name="connsiteY20" fmla="*/ 5882762 h 6629400"/>
              <a:gd name="connsiteX21" fmla="*/ 2813042 w 12191999"/>
              <a:gd name="connsiteY21" fmla="*/ 5882762 h 6629400"/>
              <a:gd name="connsiteX22" fmla="*/ 2901500 w 12191999"/>
              <a:gd name="connsiteY22" fmla="*/ 5806261 h 6629400"/>
              <a:gd name="connsiteX23" fmla="*/ 3059481 w 12191999"/>
              <a:gd name="connsiteY23" fmla="*/ 5747636 h 6629400"/>
              <a:gd name="connsiteX24" fmla="*/ 3187089 w 12191999"/>
              <a:gd name="connsiteY24" fmla="*/ 6068338 h 6629400"/>
              <a:gd name="connsiteX25" fmla="*/ 3256611 w 12191999"/>
              <a:gd name="connsiteY25" fmla="*/ 6068338 h 6629400"/>
              <a:gd name="connsiteX26" fmla="*/ 3383967 w 12191999"/>
              <a:gd name="connsiteY26" fmla="*/ 5747636 h 6629400"/>
              <a:gd name="connsiteX27" fmla="*/ 3303154 w 12191999"/>
              <a:gd name="connsiteY27" fmla="*/ 5747636 h 6629400"/>
              <a:gd name="connsiteX28" fmla="*/ 3222719 w 12191999"/>
              <a:gd name="connsiteY28" fmla="*/ 5976741 h 6629400"/>
              <a:gd name="connsiteX29" fmla="*/ 3141090 w 12191999"/>
              <a:gd name="connsiteY29" fmla="*/ 5747636 h 6629400"/>
              <a:gd name="connsiteX30" fmla="*/ 2900809 w 12191999"/>
              <a:gd name="connsiteY30" fmla="*/ 5740778 h 6629400"/>
              <a:gd name="connsiteX31" fmla="*/ 2738282 w 12191999"/>
              <a:gd name="connsiteY31" fmla="*/ 5910234 h 6629400"/>
              <a:gd name="connsiteX32" fmla="*/ 2904013 w 12191999"/>
              <a:gd name="connsiteY32" fmla="*/ 6075195 h 6629400"/>
              <a:gd name="connsiteX33" fmla="*/ 3055794 w 12191999"/>
              <a:gd name="connsiteY33" fmla="*/ 5969946 h 6629400"/>
              <a:gd name="connsiteX34" fmla="*/ 2979192 w 12191999"/>
              <a:gd name="connsiteY34" fmla="*/ 5969946 h 6629400"/>
              <a:gd name="connsiteX35" fmla="*/ 2905292 w 12191999"/>
              <a:gd name="connsiteY35" fmla="*/ 6009671 h 6629400"/>
              <a:gd name="connsiteX36" fmla="*/ 2812812 w 12191999"/>
              <a:gd name="connsiteY36" fmla="*/ 5935281 h 6629400"/>
              <a:gd name="connsiteX37" fmla="*/ 3063565 w 12191999"/>
              <a:gd name="connsiteY37" fmla="*/ 5935281 h 6629400"/>
              <a:gd name="connsiteX38" fmla="*/ 3065848 w 12191999"/>
              <a:gd name="connsiteY38" fmla="*/ 5904819 h 6629400"/>
              <a:gd name="connsiteX39" fmla="*/ 2900809 w 12191999"/>
              <a:gd name="connsiteY39" fmla="*/ 5740778 h 6629400"/>
              <a:gd name="connsiteX40" fmla="*/ 2208349 w 12191999"/>
              <a:gd name="connsiteY40" fmla="*/ 5740778 h 6629400"/>
              <a:gd name="connsiteX41" fmla="*/ 2108099 w 12191999"/>
              <a:gd name="connsiteY41" fmla="*/ 5794573 h 6629400"/>
              <a:gd name="connsiteX42" fmla="*/ 2108099 w 12191999"/>
              <a:gd name="connsiteY42" fmla="*/ 5747636 h 6629400"/>
              <a:gd name="connsiteX43" fmla="*/ 2037632 w 12191999"/>
              <a:gd name="connsiteY43" fmla="*/ 5747636 h 6629400"/>
              <a:gd name="connsiteX44" fmla="*/ 2037632 w 12191999"/>
              <a:gd name="connsiteY44" fmla="*/ 6068337 h 6629400"/>
              <a:gd name="connsiteX45" fmla="*/ 2113041 w 12191999"/>
              <a:gd name="connsiteY45" fmla="*/ 6068337 h 6629400"/>
              <a:gd name="connsiteX46" fmla="*/ 2113041 w 12191999"/>
              <a:gd name="connsiteY46" fmla="*/ 5898463 h 6629400"/>
              <a:gd name="connsiteX47" fmla="*/ 2116581 w 12191999"/>
              <a:gd name="connsiteY47" fmla="*/ 5863150 h 6629400"/>
              <a:gd name="connsiteX48" fmla="*/ 2186293 w 12191999"/>
              <a:gd name="connsiteY48" fmla="*/ 5808477 h 6629400"/>
              <a:gd name="connsiteX49" fmla="*/ 2252442 w 12191999"/>
              <a:gd name="connsiteY49" fmla="*/ 5864739 h 6629400"/>
              <a:gd name="connsiteX50" fmla="*/ 2254915 w 12191999"/>
              <a:gd name="connsiteY50" fmla="*/ 5898400 h 6629400"/>
              <a:gd name="connsiteX51" fmla="*/ 2254915 w 12191999"/>
              <a:gd name="connsiteY51" fmla="*/ 6068337 h 6629400"/>
              <a:gd name="connsiteX52" fmla="*/ 2330323 w 12191999"/>
              <a:gd name="connsiteY52" fmla="*/ 6068337 h 6629400"/>
              <a:gd name="connsiteX53" fmla="*/ 2330323 w 12191999"/>
              <a:gd name="connsiteY53" fmla="*/ 5878559 h 6629400"/>
              <a:gd name="connsiteX54" fmla="*/ 2323200 w 12191999"/>
              <a:gd name="connsiteY54" fmla="*/ 5821586 h 6629400"/>
              <a:gd name="connsiteX55" fmla="*/ 2208349 w 12191999"/>
              <a:gd name="connsiteY55" fmla="*/ 5740778 h 6629400"/>
              <a:gd name="connsiteX56" fmla="*/ 1283861 w 12191999"/>
              <a:gd name="connsiteY56" fmla="*/ 5706344 h 6629400"/>
              <a:gd name="connsiteX57" fmla="*/ 1342282 w 12191999"/>
              <a:gd name="connsiteY57" fmla="*/ 5861917 h 6629400"/>
              <a:gd name="connsiteX58" fmla="*/ 1183317 w 12191999"/>
              <a:gd name="connsiteY58" fmla="*/ 5965849 h 6629400"/>
              <a:gd name="connsiteX59" fmla="*/ 1183317 w 12191999"/>
              <a:gd name="connsiteY59" fmla="*/ 5965807 h 6629400"/>
              <a:gd name="connsiteX60" fmla="*/ 2464508 w 12191999"/>
              <a:gd name="connsiteY60" fmla="*/ 5687966 h 6629400"/>
              <a:gd name="connsiteX61" fmla="*/ 2533967 w 12191999"/>
              <a:gd name="connsiteY61" fmla="*/ 5687966 h 6629400"/>
              <a:gd name="connsiteX62" fmla="*/ 2577453 w 12191999"/>
              <a:gd name="connsiteY62" fmla="*/ 5695116 h 6629400"/>
              <a:gd name="connsiteX63" fmla="*/ 2606465 w 12191999"/>
              <a:gd name="connsiteY63" fmla="*/ 5744333 h 6629400"/>
              <a:gd name="connsiteX64" fmla="*/ 2576426 w 12191999"/>
              <a:gd name="connsiteY64" fmla="*/ 5794156 h 6629400"/>
              <a:gd name="connsiteX65" fmla="*/ 2536627 w 12191999"/>
              <a:gd name="connsiteY65" fmla="*/ 5800742 h 6629400"/>
              <a:gd name="connsiteX66" fmla="*/ 2464549 w 12191999"/>
              <a:gd name="connsiteY66" fmla="*/ 5800742 h 6629400"/>
              <a:gd name="connsiteX67" fmla="*/ 1602441 w 12191999"/>
              <a:gd name="connsiteY67" fmla="*/ 5687966 h 6629400"/>
              <a:gd name="connsiteX68" fmla="*/ 1668821 w 12191999"/>
              <a:gd name="connsiteY68" fmla="*/ 5687966 h 6629400"/>
              <a:gd name="connsiteX69" fmla="*/ 1705415 w 12191999"/>
              <a:gd name="connsiteY69" fmla="*/ 5692524 h 6629400"/>
              <a:gd name="connsiteX70" fmla="*/ 1744397 w 12191999"/>
              <a:gd name="connsiteY70" fmla="*/ 5750271 h 6629400"/>
              <a:gd name="connsiteX71" fmla="*/ 1707447 w 12191999"/>
              <a:gd name="connsiteY71" fmla="*/ 5805738 h 6629400"/>
              <a:gd name="connsiteX72" fmla="*/ 1634866 w 12191999"/>
              <a:gd name="connsiteY72" fmla="*/ 5800052 h 6629400"/>
              <a:gd name="connsiteX73" fmla="*/ 1602441 w 12191999"/>
              <a:gd name="connsiteY73" fmla="*/ 5800553 h 6629400"/>
              <a:gd name="connsiteX74" fmla="*/ 906484 w 12191999"/>
              <a:gd name="connsiteY74" fmla="*/ 5645042 h 6629400"/>
              <a:gd name="connsiteX75" fmla="*/ 727808 w 12191999"/>
              <a:gd name="connsiteY75" fmla="*/ 5911154 h 6629400"/>
              <a:gd name="connsiteX76" fmla="*/ 790397 w 12191999"/>
              <a:gd name="connsiteY76" fmla="*/ 6112097 h 6629400"/>
              <a:gd name="connsiteX77" fmla="*/ 991392 w 12191999"/>
              <a:gd name="connsiteY77" fmla="*/ 5785714 h 6629400"/>
              <a:gd name="connsiteX78" fmla="*/ 906484 w 12191999"/>
              <a:gd name="connsiteY78" fmla="*/ 5645042 h 6629400"/>
              <a:gd name="connsiteX79" fmla="*/ 2387172 w 12191999"/>
              <a:gd name="connsiteY79" fmla="*/ 5617152 h 6629400"/>
              <a:gd name="connsiteX80" fmla="*/ 2387172 w 12191999"/>
              <a:gd name="connsiteY80" fmla="*/ 6068338 h 6629400"/>
              <a:gd name="connsiteX81" fmla="*/ 2547206 w 12191999"/>
              <a:gd name="connsiteY81" fmla="*/ 6068338 h 6629400"/>
              <a:gd name="connsiteX82" fmla="*/ 2619786 w 12191999"/>
              <a:gd name="connsiteY82" fmla="*/ 6058156 h 6629400"/>
              <a:gd name="connsiteX83" fmla="*/ 2710381 w 12191999"/>
              <a:gd name="connsiteY83" fmla="*/ 5936725 h 6629400"/>
              <a:gd name="connsiteX84" fmla="*/ 2640462 w 12191999"/>
              <a:gd name="connsiteY84" fmla="*/ 5827190 h 6629400"/>
              <a:gd name="connsiteX85" fmla="*/ 2683905 w 12191999"/>
              <a:gd name="connsiteY85" fmla="*/ 5738458 h 6629400"/>
              <a:gd name="connsiteX86" fmla="*/ 2593833 w 12191999"/>
              <a:gd name="connsiteY86" fmla="*/ 5623173 h 6629400"/>
              <a:gd name="connsiteX87" fmla="*/ 2530072 w 12191999"/>
              <a:gd name="connsiteY87" fmla="*/ 5617152 h 6629400"/>
              <a:gd name="connsiteX88" fmla="*/ 1894021 w 12191999"/>
              <a:gd name="connsiteY88" fmla="*/ 5617152 h 6629400"/>
              <a:gd name="connsiteX89" fmla="*/ 1894021 w 12191999"/>
              <a:gd name="connsiteY89" fmla="*/ 6068338 h 6629400"/>
              <a:gd name="connsiteX90" fmla="*/ 1972236 w 12191999"/>
              <a:gd name="connsiteY90" fmla="*/ 6068338 h 6629400"/>
              <a:gd name="connsiteX91" fmla="*/ 1972236 w 12191999"/>
              <a:gd name="connsiteY91" fmla="*/ 5617152 h 6629400"/>
              <a:gd name="connsiteX92" fmla="*/ 1248775 w 12191999"/>
              <a:gd name="connsiteY92" fmla="*/ 5617131 h 6629400"/>
              <a:gd name="connsiteX93" fmla="*/ 1064297 w 12191999"/>
              <a:gd name="connsiteY93" fmla="*/ 6068338 h 6629400"/>
              <a:gd name="connsiteX94" fmla="*/ 1139559 w 12191999"/>
              <a:gd name="connsiteY94" fmla="*/ 6068338 h 6629400"/>
              <a:gd name="connsiteX95" fmla="*/ 1363124 w 12191999"/>
              <a:gd name="connsiteY95" fmla="*/ 5917803 h 6629400"/>
              <a:gd name="connsiteX96" fmla="*/ 1419680 w 12191999"/>
              <a:gd name="connsiteY96" fmla="*/ 6068338 h 6629400"/>
              <a:gd name="connsiteX97" fmla="*/ 1505038 w 12191999"/>
              <a:gd name="connsiteY97" fmla="*/ 6068338 h 6629400"/>
              <a:gd name="connsiteX98" fmla="*/ 1433589 w 12191999"/>
              <a:gd name="connsiteY98" fmla="*/ 5893529 h 6629400"/>
              <a:gd name="connsiteX99" fmla="*/ 1525042 w 12191999"/>
              <a:gd name="connsiteY99" fmla="*/ 5873981 h 6629400"/>
              <a:gd name="connsiteX100" fmla="*/ 1525042 w 12191999"/>
              <a:gd name="connsiteY100" fmla="*/ 6068275 h 6629400"/>
              <a:gd name="connsiteX101" fmla="*/ 1563878 w 12191999"/>
              <a:gd name="connsiteY101" fmla="*/ 6068275 h 6629400"/>
              <a:gd name="connsiteX102" fmla="*/ 1700283 w 12191999"/>
              <a:gd name="connsiteY102" fmla="*/ 6068275 h 6629400"/>
              <a:gd name="connsiteX103" fmla="*/ 1848377 w 12191999"/>
              <a:gd name="connsiteY103" fmla="*/ 5936557 h 6629400"/>
              <a:gd name="connsiteX104" fmla="*/ 1777661 w 12191999"/>
              <a:gd name="connsiteY104" fmla="*/ 5827817 h 6629400"/>
              <a:gd name="connsiteX105" fmla="*/ 1821775 w 12191999"/>
              <a:gd name="connsiteY105" fmla="*/ 5738458 h 6629400"/>
              <a:gd name="connsiteX106" fmla="*/ 1731703 w 12191999"/>
              <a:gd name="connsiteY106" fmla="*/ 5623173 h 6629400"/>
              <a:gd name="connsiteX107" fmla="*/ 1667941 w 12191999"/>
              <a:gd name="connsiteY107" fmla="*/ 5617152 h 6629400"/>
              <a:gd name="connsiteX108" fmla="*/ 1525042 w 12191999"/>
              <a:gd name="connsiteY108" fmla="*/ 5617152 h 6629400"/>
              <a:gd name="connsiteX109" fmla="*/ 1525042 w 12191999"/>
              <a:gd name="connsiteY109" fmla="*/ 5807537 h 6629400"/>
              <a:gd name="connsiteX110" fmla="*/ 1409835 w 12191999"/>
              <a:gd name="connsiteY110" fmla="*/ 5835281 h 6629400"/>
              <a:gd name="connsiteX111" fmla="*/ 1320560 w 12191999"/>
              <a:gd name="connsiteY111" fmla="*/ 5617131 h 6629400"/>
              <a:gd name="connsiteX112" fmla="*/ 719852 w 12191999"/>
              <a:gd name="connsiteY112" fmla="*/ 5577930 h 6629400"/>
              <a:gd name="connsiteX113" fmla="*/ 460328 w 12191999"/>
              <a:gd name="connsiteY113" fmla="*/ 5801525 h 6629400"/>
              <a:gd name="connsiteX114" fmla="*/ 457197 w 12191999"/>
              <a:gd name="connsiteY114" fmla="*/ 5825328 h 6629400"/>
              <a:gd name="connsiteX115" fmla="*/ 522383 w 12191999"/>
              <a:gd name="connsiteY115" fmla="*/ 5827210 h 6629400"/>
              <a:gd name="connsiteX116" fmla="*/ 774645 w 12191999"/>
              <a:gd name="connsiteY116" fmla="*/ 5582006 h 6629400"/>
              <a:gd name="connsiteX117" fmla="*/ 719852 w 12191999"/>
              <a:gd name="connsiteY117" fmla="*/ 5577930 h 6629400"/>
              <a:gd name="connsiteX118" fmla="*/ 0 w 12191999"/>
              <a:gd name="connsiteY118" fmla="*/ 0 h 6629400"/>
              <a:gd name="connsiteX119" fmla="*/ 12191999 w 12191999"/>
              <a:gd name="connsiteY119" fmla="*/ 0 h 6629400"/>
              <a:gd name="connsiteX120" fmla="*/ 12191999 w 12191999"/>
              <a:gd name="connsiteY120" fmla="*/ 6629400 h 6629400"/>
              <a:gd name="connsiteX121" fmla="*/ 0 w 12191999"/>
              <a:gd name="connsiteY121" fmla="*/ 6629400 h 6629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</a:cxnLst>
            <a:rect l="l" t="t" r="r" b="b"/>
            <a:pathLst>
              <a:path w="12191999" h="6629400">
                <a:moveTo>
                  <a:pt x="460821" y="5898317"/>
                </a:moveTo>
                <a:cubicBezTo>
                  <a:pt x="481911" y="6011270"/>
                  <a:pt x="572155" y="6098622"/>
                  <a:pt x="685915" y="6116195"/>
                </a:cubicBezTo>
                <a:cubicBezTo>
                  <a:pt x="683003" y="6032711"/>
                  <a:pt x="615220" y="5948620"/>
                  <a:pt x="512601" y="5911907"/>
                </a:cubicBezTo>
                <a:cubicBezTo>
                  <a:pt x="495771" y="5905879"/>
                  <a:pt x="478445" y="5901332"/>
                  <a:pt x="460821" y="5898317"/>
                </a:cubicBezTo>
                <a:close/>
                <a:moveTo>
                  <a:pt x="2464549" y="5870301"/>
                </a:moveTo>
                <a:lnTo>
                  <a:pt x="2557701" y="5870301"/>
                </a:lnTo>
                <a:cubicBezTo>
                  <a:pt x="2565975" y="5870255"/>
                  <a:pt x="2574227" y="5871041"/>
                  <a:pt x="2582355" y="5872643"/>
                </a:cubicBezTo>
                <a:cubicBezTo>
                  <a:pt x="2618969" y="5880755"/>
                  <a:pt x="2633004" y="5909587"/>
                  <a:pt x="2633004" y="5933818"/>
                </a:cubicBezTo>
                <a:cubicBezTo>
                  <a:pt x="2633004" y="5965870"/>
                  <a:pt x="2612371" y="5987614"/>
                  <a:pt x="2581769" y="5994869"/>
                </a:cubicBezTo>
                <a:lnTo>
                  <a:pt x="2581810" y="5994869"/>
                </a:lnTo>
                <a:cubicBezTo>
                  <a:pt x="2571714" y="5996734"/>
                  <a:pt x="2561450" y="5997624"/>
                  <a:pt x="2551185" y="5997524"/>
                </a:cubicBezTo>
                <a:lnTo>
                  <a:pt x="2464549" y="5997524"/>
                </a:lnTo>
                <a:close/>
                <a:moveTo>
                  <a:pt x="1637003" y="5867144"/>
                </a:moveTo>
                <a:cubicBezTo>
                  <a:pt x="1721670" y="5868231"/>
                  <a:pt x="1770916" y="5892839"/>
                  <a:pt x="1770916" y="5936599"/>
                </a:cubicBezTo>
                <a:cubicBezTo>
                  <a:pt x="1770916" y="5975989"/>
                  <a:pt x="1735641" y="5997461"/>
                  <a:pt x="1695528" y="5997461"/>
                </a:cubicBezTo>
                <a:lnTo>
                  <a:pt x="1695528" y="5997398"/>
                </a:lnTo>
                <a:lnTo>
                  <a:pt x="1602441" y="5997398"/>
                </a:lnTo>
                <a:lnTo>
                  <a:pt x="1602441" y="5867771"/>
                </a:lnTo>
                <a:cubicBezTo>
                  <a:pt x="1614234" y="5867270"/>
                  <a:pt x="1625817" y="5867019"/>
                  <a:pt x="1637003" y="5867144"/>
                </a:cubicBezTo>
                <a:close/>
                <a:moveTo>
                  <a:pt x="2901500" y="5806261"/>
                </a:moveTo>
                <a:cubicBezTo>
                  <a:pt x="2949364" y="5806261"/>
                  <a:pt x="2985748" y="5837894"/>
                  <a:pt x="2991111" y="5882762"/>
                </a:cubicBezTo>
                <a:lnTo>
                  <a:pt x="2813042" y="5882762"/>
                </a:lnTo>
                <a:cubicBezTo>
                  <a:pt x="2818445" y="5836598"/>
                  <a:pt x="2855941" y="5806261"/>
                  <a:pt x="2901500" y="5806261"/>
                </a:cubicBezTo>
                <a:close/>
                <a:moveTo>
                  <a:pt x="3059481" y="5747636"/>
                </a:moveTo>
                <a:lnTo>
                  <a:pt x="3187089" y="6068338"/>
                </a:lnTo>
                <a:lnTo>
                  <a:pt x="3256611" y="6068338"/>
                </a:lnTo>
                <a:lnTo>
                  <a:pt x="3383967" y="5747636"/>
                </a:lnTo>
                <a:lnTo>
                  <a:pt x="3303154" y="5747636"/>
                </a:lnTo>
                <a:lnTo>
                  <a:pt x="3222719" y="5976741"/>
                </a:lnTo>
                <a:lnTo>
                  <a:pt x="3141090" y="5747636"/>
                </a:lnTo>
                <a:close/>
                <a:moveTo>
                  <a:pt x="2900809" y="5740778"/>
                </a:moveTo>
                <a:cubicBezTo>
                  <a:pt x="2809356" y="5740778"/>
                  <a:pt x="2738282" y="5814226"/>
                  <a:pt x="2738282" y="5910234"/>
                </a:cubicBezTo>
                <a:cubicBezTo>
                  <a:pt x="2738282" y="5998840"/>
                  <a:pt x="2808266" y="6075195"/>
                  <a:pt x="2904013" y="6075195"/>
                </a:cubicBezTo>
                <a:cubicBezTo>
                  <a:pt x="2973955" y="6075195"/>
                  <a:pt x="3028123" y="6035032"/>
                  <a:pt x="3055794" y="5969946"/>
                </a:cubicBezTo>
                <a:lnTo>
                  <a:pt x="2979192" y="5969946"/>
                </a:lnTo>
                <a:cubicBezTo>
                  <a:pt x="2961932" y="5995725"/>
                  <a:pt x="2938805" y="6009671"/>
                  <a:pt x="2905292" y="6009671"/>
                </a:cubicBezTo>
                <a:cubicBezTo>
                  <a:pt x="2855376" y="6009671"/>
                  <a:pt x="2822720" y="5980400"/>
                  <a:pt x="2812812" y="5935281"/>
                </a:cubicBezTo>
                <a:lnTo>
                  <a:pt x="3063565" y="5935281"/>
                </a:lnTo>
                <a:cubicBezTo>
                  <a:pt x="3065325" y="5925227"/>
                  <a:pt x="3066099" y="5915024"/>
                  <a:pt x="3065848" y="5904819"/>
                </a:cubicBezTo>
                <a:cubicBezTo>
                  <a:pt x="3065074" y="5818638"/>
                  <a:pt x="2998819" y="5740778"/>
                  <a:pt x="2900809" y="5740778"/>
                </a:cubicBezTo>
                <a:close/>
                <a:moveTo>
                  <a:pt x="2208349" y="5740778"/>
                </a:moveTo>
                <a:cubicBezTo>
                  <a:pt x="2169408" y="5740778"/>
                  <a:pt x="2132145" y="5755413"/>
                  <a:pt x="2108099" y="5794573"/>
                </a:cubicBezTo>
                <a:lnTo>
                  <a:pt x="2108099" y="5747636"/>
                </a:lnTo>
                <a:lnTo>
                  <a:pt x="2037632" y="5747636"/>
                </a:lnTo>
                <a:lnTo>
                  <a:pt x="2037632" y="6068337"/>
                </a:lnTo>
                <a:lnTo>
                  <a:pt x="2113041" y="6068337"/>
                </a:lnTo>
                <a:lnTo>
                  <a:pt x="2113041" y="5898463"/>
                </a:lnTo>
                <a:cubicBezTo>
                  <a:pt x="2112850" y="5886596"/>
                  <a:pt x="2114036" y="5874746"/>
                  <a:pt x="2116581" y="5863150"/>
                </a:cubicBezTo>
                <a:cubicBezTo>
                  <a:pt x="2125253" y="5828569"/>
                  <a:pt x="2149950" y="5808477"/>
                  <a:pt x="2186293" y="5808477"/>
                </a:cubicBezTo>
                <a:cubicBezTo>
                  <a:pt x="2223850" y="5808477"/>
                  <a:pt x="2245488" y="5827294"/>
                  <a:pt x="2252442" y="5864739"/>
                </a:cubicBezTo>
                <a:cubicBezTo>
                  <a:pt x="2254209" y="5875870"/>
                  <a:pt x="2255036" y="5887131"/>
                  <a:pt x="2254915" y="5898400"/>
                </a:cubicBezTo>
                <a:lnTo>
                  <a:pt x="2254915" y="6068337"/>
                </a:lnTo>
                <a:lnTo>
                  <a:pt x="2330323" y="6068337"/>
                </a:lnTo>
                <a:lnTo>
                  <a:pt x="2330323" y="5878559"/>
                </a:lnTo>
                <a:cubicBezTo>
                  <a:pt x="2330323" y="5857254"/>
                  <a:pt x="2328228" y="5838019"/>
                  <a:pt x="2323200" y="5821586"/>
                </a:cubicBezTo>
                <a:cubicBezTo>
                  <a:pt x="2306800" y="5767080"/>
                  <a:pt x="2263062" y="5740778"/>
                  <a:pt x="2208349" y="5740778"/>
                </a:cubicBezTo>
                <a:close/>
                <a:moveTo>
                  <a:pt x="1283861" y="5706344"/>
                </a:moveTo>
                <a:lnTo>
                  <a:pt x="1342282" y="5861917"/>
                </a:lnTo>
                <a:cubicBezTo>
                  <a:pt x="1281725" y="5889620"/>
                  <a:pt x="1227849" y="5925121"/>
                  <a:pt x="1183317" y="5965849"/>
                </a:cubicBezTo>
                <a:lnTo>
                  <a:pt x="1183317" y="5965807"/>
                </a:lnTo>
                <a:close/>
                <a:moveTo>
                  <a:pt x="2464508" y="5687966"/>
                </a:moveTo>
                <a:lnTo>
                  <a:pt x="2533967" y="5687966"/>
                </a:lnTo>
                <a:cubicBezTo>
                  <a:pt x="2549803" y="5687966"/>
                  <a:pt x="2566645" y="5690057"/>
                  <a:pt x="2577453" y="5695116"/>
                </a:cubicBezTo>
                <a:cubicBezTo>
                  <a:pt x="2596306" y="5703793"/>
                  <a:pt x="2606465" y="5719996"/>
                  <a:pt x="2606465" y="5744333"/>
                </a:cubicBezTo>
                <a:cubicBezTo>
                  <a:pt x="2606465" y="5768669"/>
                  <a:pt x="2595634" y="5785521"/>
                  <a:pt x="2576426" y="5794156"/>
                </a:cubicBezTo>
                <a:cubicBezTo>
                  <a:pt x="2566812" y="5798463"/>
                  <a:pt x="2552777" y="5800742"/>
                  <a:pt x="2536627" y="5800742"/>
                </a:cubicBezTo>
                <a:lnTo>
                  <a:pt x="2464549" y="5800742"/>
                </a:lnTo>
                <a:close/>
                <a:moveTo>
                  <a:pt x="1602441" y="5687966"/>
                </a:moveTo>
                <a:lnTo>
                  <a:pt x="1668821" y="5687966"/>
                </a:lnTo>
                <a:cubicBezTo>
                  <a:pt x="1683987" y="5687966"/>
                  <a:pt x="1696701" y="5689680"/>
                  <a:pt x="1705415" y="5692524"/>
                </a:cubicBezTo>
                <a:cubicBezTo>
                  <a:pt x="1730551" y="5700740"/>
                  <a:pt x="1744397" y="5719704"/>
                  <a:pt x="1744397" y="5750271"/>
                </a:cubicBezTo>
                <a:cubicBezTo>
                  <a:pt x="1744397" y="5778579"/>
                  <a:pt x="1730111" y="5797187"/>
                  <a:pt x="1707447" y="5805738"/>
                </a:cubicBezTo>
                <a:cubicBezTo>
                  <a:pt x="1683455" y="5801825"/>
                  <a:pt x="1659177" y="5799922"/>
                  <a:pt x="1634866" y="5800052"/>
                </a:cubicBezTo>
                <a:cubicBezTo>
                  <a:pt x="1624770" y="5800052"/>
                  <a:pt x="1613668" y="5800198"/>
                  <a:pt x="1602441" y="5800553"/>
                </a:cubicBezTo>
                <a:close/>
                <a:moveTo>
                  <a:pt x="906484" y="5645042"/>
                </a:moveTo>
                <a:cubicBezTo>
                  <a:pt x="801931" y="5693621"/>
                  <a:pt x="733081" y="5796162"/>
                  <a:pt x="727808" y="5911154"/>
                </a:cubicBezTo>
                <a:cubicBezTo>
                  <a:pt x="724373" y="5983394"/>
                  <a:pt x="746531" y="6054536"/>
                  <a:pt x="790397" y="6112097"/>
                </a:cubicBezTo>
                <a:cubicBezTo>
                  <a:pt x="936197" y="6077367"/>
                  <a:pt x="1026185" y="5931242"/>
                  <a:pt x="991392" y="5785714"/>
                </a:cubicBezTo>
                <a:cubicBezTo>
                  <a:pt x="978355" y="5731184"/>
                  <a:pt x="948688" y="5682034"/>
                  <a:pt x="906484" y="5645042"/>
                </a:cubicBezTo>
                <a:close/>
                <a:moveTo>
                  <a:pt x="2387172" y="5617152"/>
                </a:moveTo>
                <a:lnTo>
                  <a:pt x="2387172" y="6068338"/>
                </a:lnTo>
                <a:lnTo>
                  <a:pt x="2547206" y="6068338"/>
                </a:lnTo>
                <a:cubicBezTo>
                  <a:pt x="2578395" y="6068338"/>
                  <a:pt x="2599301" y="6065369"/>
                  <a:pt x="2619786" y="6058156"/>
                </a:cubicBezTo>
                <a:cubicBezTo>
                  <a:pt x="2673411" y="6039339"/>
                  <a:pt x="2710381" y="5997712"/>
                  <a:pt x="2710381" y="5936725"/>
                </a:cubicBezTo>
                <a:cubicBezTo>
                  <a:pt x="2710381" y="5885815"/>
                  <a:pt x="2686145" y="5849624"/>
                  <a:pt x="2640462" y="5827190"/>
                </a:cubicBezTo>
                <a:cubicBezTo>
                  <a:pt x="2671044" y="5803752"/>
                  <a:pt x="2683905" y="5776865"/>
                  <a:pt x="2683905" y="5738458"/>
                </a:cubicBezTo>
                <a:cubicBezTo>
                  <a:pt x="2683905" y="5680962"/>
                  <a:pt x="2648296" y="5637871"/>
                  <a:pt x="2593833" y="5623173"/>
                </a:cubicBezTo>
                <a:cubicBezTo>
                  <a:pt x="2579716" y="5619389"/>
                  <a:pt x="2556779" y="5617152"/>
                  <a:pt x="2530072" y="5617152"/>
                </a:cubicBezTo>
                <a:close/>
                <a:moveTo>
                  <a:pt x="1894021" y="5617152"/>
                </a:moveTo>
                <a:lnTo>
                  <a:pt x="1894021" y="6068338"/>
                </a:lnTo>
                <a:lnTo>
                  <a:pt x="1972236" y="6068338"/>
                </a:lnTo>
                <a:lnTo>
                  <a:pt x="1972236" y="5617152"/>
                </a:lnTo>
                <a:close/>
                <a:moveTo>
                  <a:pt x="1248775" y="5617131"/>
                </a:moveTo>
                <a:lnTo>
                  <a:pt x="1064297" y="6068338"/>
                </a:lnTo>
                <a:lnTo>
                  <a:pt x="1139559" y="6068338"/>
                </a:lnTo>
                <a:cubicBezTo>
                  <a:pt x="1204620" y="5999698"/>
                  <a:pt x="1282269" y="5950440"/>
                  <a:pt x="1363124" y="5917803"/>
                </a:cubicBezTo>
                <a:lnTo>
                  <a:pt x="1419680" y="6068338"/>
                </a:lnTo>
                <a:lnTo>
                  <a:pt x="1505038" y="6068338"/>
                </a:lnTo>
                <a:lnTo>
                  <a:pt x="1433589" y="5893529"/>
                </a:lnTo>
                <a:cubicBezTo>
                  <a:pt x="1463608" y="5885008"/>
                  <a:pt x="1494158" y="5878478"/>
                  <a:pt x="1525042" y="5873981"/>
                </a:cubicBezTo>
                <a:lnTo>
                  <a:pt x="1525042" y="6068275"/>
                </a:lnTo>
                <a:lnTo>
                  <a:pt x="1563878" y="6068275"/>
                </a:lnTo>
                <a:lnTo>
                  <a:pt x="1700283" y="6068275"/>
                </a:lnTo>
                <a:cubicBezTo>
                  <a:pt x="1796638" y="6068275"/>
                  <a:pt x="1848377" y="6011825"/>
                  <a:pt x="1848377" y="5936557"/>
                </a:cubicBezTo>
                <a:cubicBezTo>
                  <a:pt x="1848377" y="5891104"/>
                  <a:pt x="1825733" y="5852321"/>
                  <a:pt x="1777661" y="5827817"/>
                </a:cubicBezTo>
                <a:cubicBezTo>
                  <a:pt x="1810254" y="5804024"/>
                  <a:pt x="1821775" y="5768460"/>
                  <a:pt x="1821775" y="5738458"/>
                </a:cubicBezTo>
                <a:cubicBezTo>
                  <a:pt x="1821775" y="5680962"/>
                  <a:pt x="1786165" y="5637871"/>
                  <a:pt x="1731703" y="5623173"/>
                </a:cubicBezTo>
                <a:cubicBezTo>
                  <a:pt x="1717585" y="5619389"/>
                  <a:pt x="1694648" y="5617152"/>
                  <a:pt x="1667941" y="5617152"/>
                </a:cubicBezTo>
                <a:lnTo>
                  <a:pt x="1525042" y="5617152"/>
                </a:lnTo>
                <a:lnTo>
                  <a:pt x="1525042" y="5807537"/>
                </a:lnTo>
                <a:cubicBezTo>
                  <a:pt x="1485912" y="5813460"/>
                  <a:pt x="1447368" y="5822743"/>
                  <a:pt x="1409835" y="5835281"/>
                </a:cubicBezTo>
                <a:lnTo>
                  <a:pt x="1320560" y="5617131"/>
                </a:lnTo>
                <a:close/>
                <a:moveTo>
                  <a:pt x="719852" y="5577930"/>
                </a:moveTo>
                <a:cubicBezTo>
                  <a:pt x="593728" y="5581326"/>
                  <a:pt x="483134" y="5672678"/>
                  <a:pt x="460328" y="5801525"/>
                </a:cubicBezTo>
                <a:cubicBezTo>
                  <a:pt x="458932" y="5809409"/>
                  <a:pt x="457887" y="5817352"/>
                  <a:pt x="457197" y="5825328"/>
                </a:cubicBezTo>
                <a:cubicBezTo>
                  <a:pt x="478780" y="5828466"/>
                  <a:pt x="500655" y="5829098"/>
                  <a:pt x="522383" y="5827210"/>
                </a:cubicBezTo>
                <a:cubicBezTo>
                  <a:pt x="657825" y="5815418"/>
                  <a:pt x="762077" y="5710086"/>
                  <a:pt x="774645" y="5582006"/>
                </a:cubicBezTo>
                <a:cubicBezTo>
                  <a:pt x="756204" y="5578754"/>
                  <a:pt x="737870" y="5577444"/>
                  <a:pt x="719852" y="5577930"/>
                </a:cubicBezTo>
                <a:close/>
                <a:moveTo>
                  <a:pt x="0" y="0"/>
                </a:moveTo>
                <a:lnTo>
                  <a:pt x="12191999" y="0"/>
                </a:lnTo>
                <a:lnTo>
                  <a:pt x="12191999" y="6629400"/>
                </a:lnTo>
                <a:lnTo>
                  <a:pt x="0" y="6629400"/>
                </a:lnTo>
                <a:close/>
              </a:path>
            </a:pathLst>
          </a:custGeom>
          <a:pattFill prst="pct25">
            <a:fgClr>
              <a:schemeClr val="tx1"/>
            </a:fgClr>
            <a:bgClr>
              <a:schemeClr val="bg1"/>
            </a:bgClr>
          </a:pattFill>
        </p:spPr>
        <p:txBody>
          <a:bodyPr wrap="square" anchor="ctr">
            <a:noAutofit/>
          </a:bodyPr>
          <a:lstStyle>
            <a:lvl1pPr>
              <a:spcAft>
                <a:spcPts val="0"/>
              </a:spcAft>
              <a:defRPr sz="1200"/>
            </a:lvl1pPr>
          </a:lstStyle>
          <a:p>
            <a:r>
              <a:rPr lang="en-US" dirty="0"/>
              <a:t>                                                                                                                                                                                                Insert background image here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E281CD-A54D-3442-B2F6-DCC90535935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652584"/>
            <a:ext cx="6204930" cy="184944"/>
          </a:xfrm>
        </p:spPr>
        <p:txBody>
          <a:bodyPr rIns="0" anchor="b"/>
          <a:lstStyle>
            <a:lvl1pPr algn="l">
              <a:defRPr lang="en-US" sz="1200" b="1" kern="1200" baseline="0" dirty="0" smtClean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algn="r">
              <a:defRPr lang="en-US" sz="1200" b="1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algn="r">
              <a:defRPr lang="en-US" sz="1200" b="1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algn="r">
              <a:defRPr lang="en-US" sz="1200" b="1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algn="r">
              <a:defRPr lang="en-US" sz="1200" b="1" kern="120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Subtitle Goes Here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F444DE9C-F571-BB4C-9C1C-7332F4140BF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201" y="830815"/>
            <a:ext cx="6204928" cy="184944"/>
          </a:xfrm>
        </p:spPr>
        <p:txBody>
          <a:bodyPr rIns="0" anchor="b"/>
          <a:lstStyle>
            <a:lvl1pPr algn="l">
              <a:defRPr lang="en-US" sz="1200" b="0" kern="1200" baseline="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algn="r">
              <a:defRPr lang="en-US" sz="1200" b="1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algn="r">
              <a:defRPr lang="en-US" sz="1200" b="1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algn="r">
              <a:defRPr lang="en-US" sz="1200" b="1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algn="r">
              <a:defRPr lang="en-US" sz="1200" b="1" kern="120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00.00.0000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1B3CE5-5669-E845-98B1-856DE736BC1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0" y="2353235"/>
            <a:ext cx="6204930" cy="2097587"/>
          </a:xfrm>
        </p:spPr>
        <p:txBody>
          <a:bodyPr rIns="0" anchor="b"/>
          <a:lstStyle>
            <a:lvl1pPr algn="l">
              <a:lnSpc>
                <a:spcPct val="80000"/>
              </a:lnSpc>
              <a:defRPr kumimoji="0" lang="en-US" sz="5600" b="1" i="0" u="none" strike="noStrike" kern="120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/>
                <a:ea typeface="+mj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Two or Three-Line Presentation Title Goes Here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1E3779A-984C-E740-9DAC-1101DA3886FD}"/>
              </a:ext>
            </a:extLst>
          </p:cNvPr>
          <p:cNvSpPr/>
          <p:nvPr userDrawn="1"/>
        </p:nvSpPr>
        <p:spPr>
          <a:xfrm>
            <a:off x="0" y="0"/>
            <a:ext cx="12192000" cy="236837"/>
          </a:xfrm>
          <a:prstGeom prst="rect">
            <a:avLst/>
          </a:prstGeom>
          <a:gradFill>
            <a:gsLst>
              <a:gs pos="0">
                <a:srgbClr val="D1A33C"/>
              </a:gs>
              <a:gs pos="100000">
                <a:srgbClr val="F2D713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1" name="Graphic 20">
            <a:extLst>
              <a:ext uri="{FF2B5EF4-FFF2-40B4-BE49-F238E27FC236}">
                <a16:creationId xmlns:a16="http://schemas.microsoft.com/office/drawing/2014/main" id="{CAE2584F-816B-764D-8511-C8F9AD1931F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199" y="5805378"/>
            <a:ext cx="2926265" cy="539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01264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B28A0B3B-4291-2F49-917C-2DB82385FB5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6000" y="0"/>
            <a:ext cx="5780088" cy="6858000"/>
          </a:xfrm>
          <a:pattFill prst="pct2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algn="ctr">
              <a:spcAft>
                <a:spcPts val="0"/>
              </a:spcAft>
              <a:defRPr sz="1200"/>
            </a:lvl1pPr>
          </a:lstStyle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 Insert background image here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E281CD-A54D-3442-B2F6-DCC90535935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483251"/>
            <a:ext cx="4839789" cy="184944"/>
          </a:xfrm>
        </p:spPr>
        <p:txBody>
          <a:bodyPr rIns="0" anchor="b"/>
          <a:lstStyle>
            <a:lvl1pPr algn="l">
              <a:defRPr lang="en-US" sz="1200" b="1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algn="r">
              <a:defRPr lang="en-US" sz="1200" b="1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algn="r">
              <a:defRPr lang="en-US" sz="1200" b="1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algn="r">
              <a:defRPr lang="en-US" sz="1200" b="1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algn="r">
              <a:defRPr lang="en-US" sz="1200" b="1" kern="120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Subtitle Goes Here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F444DE9C-F571-BB4C-9C1C-7332F4140BF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201" y="661482"/>
            <a:ext cx="4839787" cy="184944"/>
          </a:xfrm>
        </p:spPr>
        <p:txBody>
          <a:bodyPr rIns="0" anchor="b"/>
          <a:lstStyle>
            <a:lvl1pPr algn="l">
              <a:def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r">
              <a:defRPr lang="en-US" sz="1200" b="1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algn="r">
              <a:defRPr lang="en-US" sz="1200" b="1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algn="r">
              <a:defRPr lang="en-US" sz="1200" b="1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algn="r">
              <a:defRPr lang="en-US" sz="1200" b="1" kern="120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00.00.0000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1B3CE5-5669-E845-98B1-856DE736BC1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0" y="2007097"/>
            <a:ext cx="4839789" cy="2928460"/>
          </a:xfrm>
        </p:spPr>
        <p:txBody>
          <a:bodyPr rIns="0" anchor="ctr"/>
          <a:lstStyle>
            <a:lvl1pPr algn="l">
              <a:lnSpc>
                <a:spcPct val="80000"/>
              </a:lnSpc>
              <a:defRPr kumimoji="0" lang="en-US" sz="4600" b="1" i="0" u="none" strike="noStrike" kern="1200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+mj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Two, Three or Four Line Presentation Title Goes Here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4A2C2CD-6330-6549-A9FF-37BCE4B008ED}"/>
              </a:ext>
            </a:extLst>
          </p:cNvPr>
          <p:cNvSpPr/>
          <p:nvPr userDrawn="1"/>
        </p:nvSpPr>
        <p:spPr>
          <a:xfrm rot="10800000">
            <a:off x="11876088" y="-3"/>
            <a:ext cx="315912" cy="6858002"/>
          </a:xfrm>
          <a:prstGeom prst="rect">
            <a:avLst/>
          </a:prstGeom>
          <a:gradFill>
            <a:gsLst>
              <a:gs pos="0">
                <a:srgbClr val="D1A33C"/>
              </a:gs>
              <a:gs pos="100000">
                <a:srgbClr val="F2D713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Graphic 17">
            <a:extLst>
              <a:ext uri="{FF2B5EF4-FFF2-40B4-BE49-F238E27FC236}">
                <a16:creationId xmlns:a16="http://schemas.microsoft.com/office/drawing/2014/main" id="{E479ED27-A5B5-F647-AA74-CF4D4F90244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0" y="6043161"/>
            <a:ext cx="1639228" cy="302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70803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Ph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4E96571-D3DE-D14E-B84F-2B505EEB25D7}"/>
              </a:ext>
            </a:extLst>
          </p:cNvPr>
          <p:cNvSpPr/>
          <p:nvPr userDrawn="1"/>
        </p:nvSpPr>
        <p:spPr>
          <a:xfrm>
            <a:off x="0" y="-3"/>
            <a:ext cx="6096000" cy="685800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2" name="Graphic 31">
            <a:extLst>
              <a:ext uri="{FF2B5EF4-FFF2-40B4-BE49-F238E27FC236}">
                <a16:creationId xmlns:a16="http://schemas.microsoft.com/office/drawing/2014/main" id="{BF8D6E0E-53DB-6647-981D-D05C84398F4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0" y="6042624"/>
            <a:ext cx="1639229" cy="302169"/>
          </a:xfrm>
          <a:prstGeom prst="rect">
            <a:avLst/>
          </a:prstGeom>
        </p:spPr>
      </p:pic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B28A0B3B-4291-2F49-917C-2DB82385FB5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96000" y="0"/>
            <a:ext cx="5780088" cy="6858000"/>
          </a:xfrm>
          <a:pattFill prst="pct2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algn="ctr">
              <a:spcAft>
                <a:spcPts val="0"/>
              </a:spcAft>
              <a:defRPr sz="1200"/>
            </a:lvl1pPr>
          </a:lstStyle>
          <a:p>
            <a:r>
              <a:rPr lang="en-US" dirty="0"/>
              <a:t>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Insert background image here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E281CD-A54D-3442-B2F6-DCC90535935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483251"/>
            <a:ext cx="4839789" cy="184944"/>
          </a:xfrm>
        </p:spPr>
        <p:txBody>
          <a:bodyPr rIns="0" anchor="b"/>
          <a:lstStyle>
            <a:lvl1pPr algn="l">
              <a:defRPr lang="en-US" sz="1200" b="1" kern="1200" baseline="0" dirty="0" smtClean="0">
                <a:solidFill>
                  <a:schemeClr val="accent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algn="r">
              <a:defRPr lang="en-US" sz="1200" b="1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algn="r">
              <a:defRPr lang="en-US" sz="1200" b="1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algn="r">
              <a:defRPr lang="en-US" sz="1200" b="1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algn="r">
              <a:defRPr lang="en-US" sz="1200" b="1" kern="120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Subtitle Goes Here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F444DE9C-F571-BB4C-9C1C-7332F4140BF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201" y="661482"/>
            <a:ext cx="4839787" cy="184944"/>
          </a:xfrm>
        </p:spPr>
        <p:txBody>
          <a:bodyPr rIns="0" anchor="b"/>
          <a:lstStyle>
            <a:lvl1pPr algn="l">
              <a:defRPr lang="en-US" sz="1200" b="0" kern="1200" baseline="0" dirty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algn="r">
              <a:defRPr lang="en-US" sz="1200" b="1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algn="r">
              <a:defRPr lang="en-US" sz="1200" b="1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algn="r">
              <a:defRPr lang="en-US" sz="1200" b="1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algn="r">
              <a:defRPr lang="en-US" sz="1200" b="1" kern="120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00.00.0000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1B3CE5-5669-E845-98B1-856DE736BC1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0" y="2007097"/>
            <a:ext cx="4839789" cy="2928460"/>
          </a:xfrm>
        </p:spPr>
        <p:txBody>
          <a:bodyPr rIns="0" anchor="ctr"/>
          <a:lstStyle>
            <a:lvl1pPr algn="l">
              <a:lnSpc>
                <a:spcPct val="80000"/>
              </a:lnSpc>
              <a:defRPr kumimoji="0" lang="en-US" sz="4600" b="1" i="0" u="none" strike="noStrike" kern="120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/>
                <a:ea typeface="+mj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Two, Three or Four Line Presentation Title Goes Here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4A2C2CD-6330-6549-A9FF-37BCE4B008ED}"/>
              </a:ext>
            </a:extLst>
          </p:cNvPr>
          <p:cNvSpPr/>
          <p:nvPr userDrawn="1"/>
        </p:nvSpPr>
        <p:spPr>
          <a:xfrm rot="10800000">
            <a:off x="11876088" y="-3"/>
            <a:ext cx="315912" cy="6858002"/>
          </a:xfrm>
          <a:prstGeom prst="rect">
            <a:avLst/>
          </a:prstGeom>
          <a:gradFill>
            <a:gsLst>
              <a:gs pos="0">
                <a:srgbClr val="D1A33C"/>
              </a:gs>
              <a:gs pos="100000">
                <a:srgbClr val="F2D713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576148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Phot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7DB6B1BC-3A0E-C646-99E2-82D90364A245}"/>
              </a:ext>
            </a:extLst>
          </p:cNvPr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gradFill>
            <a:gsLst>
              <a:gs pos="0">
                <a:srgbClr val="D1A33C"/>
              </a:gs>
              <a:gs pos="100000">
                <a:srgbClr val="F2D713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B28A0B3B-4291-2F49-917C-2DB82385FB5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96000" y="0"/>
            <a:ext cx="6096000" cy="6858000"/>
          </a:xfrm>
          <a:pattFill prst="pct2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algn="ctr">
              <a:spcAft>
                <a:spcPts val="0"/>
              </a:spcAft>
              <a:defRPr sz="1200"/>
            </a:lvl1pPr>
          </a:lstStyle>
          <a:p>
            <a:r>
              <a:rPr lang="en-US" dirty="0"/>
              <a:t>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Insert background image here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E281CD-A54D-3442-B2F6-DCC90535935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483251"/>
            <a:ext cx="4839789" cy="184944"/>
          </a:xfrm>
        </p:spPr>
        <p:txBody>
          <a:bodyPr rIns="0" anchor="b"/>
          <a:lstStyle>
            <a:lvl1pPr algn="l">
              <a:defRPr lang="en-US" sz="1200" b="1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algn="r">
              <a:defRPr lang="en-US" sz="1200" b="1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algn="r">
              <a:defRPr lang="en-US" sz="1200" b="1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algn="r">
              <a:defRPr lang="en-US" sz="1200" b="1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algn="r">
              <a:defRPr lang="en-US" sz="1200" b="1" kern="120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Subtitle Goes Here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F444DE9C-F571-BB4C-9C1C-7332F4140BF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201" y="661482"/>
            <a:ext cx="4839787" cy="184944"/>
          </a:xfrm>
        </p:spPr>
        <p:txBody>
          <a:bodyPr rIns="0" anchor="b"/>
          <a:lstStyle>
            <a:lvl1pPr algn="l">
              <a:defRPr lang="en-US" sz="12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r">
              <a:defRPr lang="en-US" sz="1200" b="1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algn="r">
              <a:defRPr lang="en-US" sz="1200" b="1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algn="r">
              <a:defRPr lang="en-US" sz="1200" b="1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algn="r">
              <a:defRPr lang="en-US" sz="1200" b="1" kern="120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00.00.0000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1B3CE5-5669-E845-98B1-856DE736BC1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0" y="2007097"/>
            <a:ext cx="4839789" cy="2928460"/>
          </a:xfrm>
        </p:spPr>
        <p:txBody>
          <a:bodyPr rIns="0" anchor="ctr"/>
          <a:lstStyle>
            <a:lvl1pPr algn="l">
              <a:lnSpc>
                <a:spcPct val="80000"/>
              </a:lnSpc>
              <a:defRPr kumimoji="0" lang="en-US" sz="4600" b="1" i="0" u="none" strike="noStrike" kern="1200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+mj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Two, Three or Four Line Presentation Title Goes Here</a:t>
            </a:r>
          </a:p>
        </p:txBody>
      </p:sp>
      <p:pic>
        <p:nvPicPr>
          <p:cNvPr id="25" name="Graphic 24">
            <a:extLst>
              <a:ext uri="{FF2B5EF4-FFF2-40B4-BE49-F238E27FC236}">
                <a16:creationId xmlns:a16="http://schemas.microsoft.com/office/drawing/2014/main" id="{47FF1D16-8B15-A343-A1B3-5F96861FDD8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0" y="6043161"/>
            <a:ext cx="1639228" cy="302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24988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F18B2CFF-0EEB-2843-B801-7C11E7AEE393}"/>
              </a:ext>
            </a:extLst>
          </p:cNvPr>
          <p:cNvSpPr/>
          <p:nvPr userDrawn="1"/>
        </p:nvSpPr>
        <p:spPr>
          <a:xfrm>
            <a:off x="0" y="-3"/>
            <a:ext cx="6096000" cy="685800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80EEAE60-2A28-804C-8D32-7186AC9A460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367071" y="2057399"/>
            <a:ext cx="4332690" cy="3460806"/>
          </a:xfrm>
        </p:spPr>
        <p:txBody>
          <a:bodyPr anchor="t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defRPr lang="en-US" sz="2400" b="0" kern="1200" dirty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Title Goes Here</a:t>
            </a:r>
          </a:p>
          <a:p>
            <a:pPr lvl="0"/>
            <a:r>
              <a:rPr lang="en-US" dirty="0"/>
              <a:t>Title Goes Here</a:t>
            </a:r>
          </a:p>
          <a:p>
            <a:pPr lvl="0"/>
            <a:r>
              <a:rPr lang="en-US" dirty="0"/>
              <a:t>Title Goes Here</a:t>
            </a:r>
          </a:p>
          <a:p>
            <a:pPr lvl="0"/>
            <a:r>
              <a:rPr lang="en-US" dirty="0"/>
              <a:t>Title Goes Here</a:t>
            </a:r>
          </a:p>
          <a:p>
            <a:pPr lvl="0"/>
            <a:r>
              <a:rPr lang="en-US" dirty="0"/>
              <a:t>Title Goes Here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6294ED1A-B0A2-174E-B0E8-4CD8E4B0725A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096000" y="0"/>
            <a:ext cx="6096000" cy="6858000"/>
          </a:xfrm>
          <a:pattFill prst="pct2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algn="ctr">
              <a:spcAft>
                <a:spcPts val="0"/>
              </a:spcAft>
              <a:defRPr sz="1200"/>
            </a:lvl1pPr>
          </a:lstStyle>
          <a:p>
            <a:r>
              <a:rPr lang="en-US" dirty="0"/>
              <a:t>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Insert background image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93E9574-B856-4A46-BBCE-6115DF4E38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5913" y="681039"/>
            <a:ext cx="5383847" cy="80144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470FB9-B8B7-F541-9131-8DD48B015BF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9E61589-955B-3549-AD19-CD847E0672F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0244C67-B645-6349-B9FD-C2276C6FD22B}"/>
              </a:ext>
            </a:extLst>
          </p:cNvPr>
          <p:cNvSpPr/>
          <p:nvPr userDrawn="1"/>
        </p:nvSpPr>
        <p:spPr>
          <a:xfrm>
            <a:off x="315913" y="323850"/>
            <a:ext cx="5383847" cy="133350"/>
          </a:xfrm>
          <a:prstGeom prst="rect">
            <a:avLst/>
          </a:prstGeom>
          <a:gradFill>
            <a:gsLst>
              <a:gs pos="0">
                <a:srgbClr val="D1A33C"/>
              </a:gs>
              <a:gs pos="100000">
                <a:srgbClr val="F2D713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DA92B5F5-D500-5749-A34F-D633631DBC7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3273" y="2057399"/>
            <a:ext cx="444622" cy="3460806"/>
          </a:xfrm>
        </p:spPr>
        <p:txBody>
          <a:bodyPr anchor="t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defRPr sz="2400" b="1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01 </a:t>
            </a:r>
          </a:p>
          <a:p>
            <a:pPr lvl="0"/>
            <a:r>
              <a:rPr lang="en-US" dirty="0"/>
              <a:t>02</a:t>
            </a:r>
          </a:p>
          <a:p>
            <a:pPr lvl="0"/>
            <a:r>
              <a:rPr lang="en-US" dirty="0"/>
              <a:t>03</a:t>
            </a:r>
          </a:p>
          <a:p>
            <a:pPr lvl="0"/>
            <a:r>
              <a:rPr lang="en-US" dirty="0"/>
              <a:t>04</a:t>
            </a:r>
          </a:p>
          <a:p>
            <a:pPr lvl="0"/>
            <a:r>
              <a:rPr lang="en-US" dirty="0"/>
              <a:t>05</a:t>
            </a: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B0016ECA-0AC7-40C0-B6F3-73C9228CCE6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3273" y="6254845"/>
            <a:ext cx="1342074" cy="247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416421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F18B2CFF-0EEB-2843-B801-7C11E7AEE393}"/>
              </a:ext>
            </a:extLst>
          </p:cNvPr>
          <p:cNvSpPr/>
          <p:nvPr userDrawn="1"/>
        </p:nvSpPr>
        <p:spPr>
          <a:xfrm>
            <a:off x="0" y="-3"/>
            <a:ext cx="12192000" cy="685800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80EEAE60-2A28-804C-8D32-7186AC9A460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367070" y="2057399"/>
            <a:ext cx="10509017" cy="3460806"/>
          </a:xfrm>
        </p:spPr>
        <p:txBody>
          <a:bodyPr anchor="t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defRPr lang="en-US" sz="2400" b="0" kern="1200" dirty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Title Goes Here</a:t>
            </a:r>
          </a:p>
          <a:p>
            <a:pPr lvl="0"/>
            <a:r>
              <a:rPr lang="en-US" dirty="0"/>
              <a:t>Title Goes Here</a:t>
            </a:r>
          </a:p>
          <a:p>
            <a:pPr lvl="0"/>
            <a:r>
              <a:rPr lang="en-US" dirty="0"/>
              <a:t>Title Goes Here</a:t>
            </a:r>
          </a:p>
          <a:p>
            <a:pPr lvl="0"/>
            <a:r>
              <a:rPr lang="en-US" dirty="0"/>
              <a:t>Title Goes Here</a:t>
            </a:r>
          </a:p>
          <a:p>
            <a:pPr lvl="0"/>
            <a:r>
              <a:rPr lang="en-US" dirty="0"/>
              <a:t>Title Goes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93E9574-B856-4A46-BBCE-6115DF4E38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5913" y="681039"/>
            <a:ext cx="11560175" cy="80144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470FB9-B8B7-F541-9131-8DD48B015BF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9E61589-955B-3549-AD19-CD847E0672F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DA92B5F5-D500-5749-A34F-D633631DBC7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3273" y="2057399"/>
            <a:ext cx="444622" cy="3460806"/>
          </a:xfrm>
        </p:spPr>
        <p:txBody>
          <a:bodyPr anchor="t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defRPr sz="2400" b="1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01 </a:t>
            </a:r>
          </a:p>
          <a:p>
            <a:pPr lvl="0"/>
            <a:r>
              <a:rPr lang="en-US" dirty="0"/>
              <a:t>02</a:t>
            </a:r>
          </a:p>
          <a:p>
            <a:pPr lvl="0"/>
            <a:r>
              <a:rPr lang="en-US" dirty="0"/>
              <a:t>03</a:t>
            </a:r>
          </a:p>
          <a:p>
            <a:pPr lvl="0"/>
            <a:r>
              <a:rPr lang="en-US" dirty="0"/>
              <a:t>04</a:t>
            </a:r>
          </a:p>
          <a:p>
            <a:pPr lvl="0"/>
            <a:r>
              <a:rPr lang="en-US" dirty="0"/>
              <a:t>05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5EADBA2-E97A-6F44-AAAF-F17B8C96168E}"/>
              </a:ext>
            </a:extLst>
          </p:cNvPr>
          <p:cNvSpPr/>
          <p:nvPr userDrawn="1"/>
        </p:nvSpPr>
        <p:spPr>
          <a:xfrm>
            <a:off x="315913" y="323850"/>
            <a:ext cx="11560175" cy="133350"/>
          </a:xfrm>
          <a:prstGeom prst="rect">
            <a:avLst/>
          </a:prstGeom>
          <a:gradFill>
            <a:gsLst>
              <a:gs pos="0">
                <a:srgbClr val="D1A33C"/>
              </a:gs>
              <a:gs pos="100000">
                <a:srgbClr val="F2D713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3C54D5E4-4413-459A-9003-4704F0A7CD4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3273" y="6254845"/>
            <a:ext cx="1342074" cy="247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88132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ivid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E984633-2E42-5240-BC04-4ECCDD653B4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D1A33C"/>
              </a:gs>
              <a:gs pos="100000">
                <a:srgbClr val="F2D713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5" name="Graphic 24">
            <a:extLst>
              <a:ext uri="{FF2B5EF4-FFF2-40B4-BE49-F238E27FC236}">
                <a16:creationId xmlns:a16="http://schemas.microsoft.com/office/drawing/2014/main" id="{DC89D74F-9B39-114A-8857-FD48BF25C47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0" y="6043161"/>
            <a:ext cx="1639228" cy="302169"/>
          </a:xfrm>
          <a:prstGeom prst="rect">
            <a:avLst/>
          </a:prstGeom>
        </p:spPr>
      </p:pic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6CEEF5A0-70D1-FC44-AF68-A1525C07247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15913" y="697001"/>
            <a:ext cx="1003578" cy="1005269"/>
          </a:xfrm>
        </p:spPr>
        <p:txBody>
          <a:bodyPr rIns="0" anchor="ctr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6600" b="1" kern="1200" spc="-3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algn="r">
              <a:defRPr lang="en-US" sz="1200" b="1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algn="r">
              <a:defRPr lang="en-US" sz="1200" b="1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algn="r">
              <a:defRPr lang="en-US" sz="1200" b="1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algn="r">
              <a:defRPr lang="en-US" sz="1200" b="1" kern="120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0#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C4C8139-D508-134B-A796-C9AE4B24B84B}"/>
              </a:ext>
            </a:extLst>
          </p:cNvPr>
          <p:cNvSpPr/>
          <p:nvPr userDrawn="1"/>
        </p:nvSpPr>
        <p:spPr>
          <a:xfrm>
            <a:off x="315913" y="323850"/>
            <a:ext cx="11560175" cy="1333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30EBE833-0393-2149-AD54-8CD1C2D8BBE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359599" y="817858"/>
            <a:ext cx="8516488" cy="4182510"/>
          </a:xfrm>
        </p:spPr>
        <p:txBody>
          <a:bodyPr rIns="0" anchor="t"/>
          <a:lstStyle>
            <a:lvl1pPr algn="r">
              <a:lnSpc>
                <a:spcPct val="90000"/>
              </a:lnSpc>
              <a:spcAft>
                <a:spcPts val="0"/>
              </a:spcAft>
              <a:defRPr kumimoji="0" lang="en-US" sz="6000" b="1" i="0" u="none" strike="noStrike" kern="1200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Section Header for Long Section Titles with Many Lines</a:t>
            </a:r>
          </a:p>
        </p:txBody>
      </p:sp>
    </p:spTree>
    <p:extLst>
      <p:ext uri="{BB962C8B-B14F-4D97-AF65-F5344CB8AC3E}">
        <p14:creationId xmlns:p14="http://schemas.microsoft.com/office/powerpoint/2010/main" val="63501043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ivid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Graphic 24">
            <a:extLst>
              <a:ext uri="{FF2B5EF4-FFF2-40B4-BE49-F238E27FC236}">
                <a16:creationId xmlns:a16="http://schemas.microsoft.com/office/drawing/2014/main" id="{DC89D74F-9B39-114A-8857-FD48BF25C47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0" y="6043161"/>
            <a:ext cx="1639228" cy="302169"/>
          </a:xfrm>
          <a:prstGeom prst="rect">
            <a:avLst/>
          </a:prstGeom>
        </p:spPr>
      </p:pic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6CEEF5A0-70D1-FC44-AF68-A1525C07247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15913" y="697001"/>
            <a:ext cx="1003578" cy="1005269"/>
          </a:xfrm>
        </p:spPr>
        <p:txBody>
          <a:bodyPr rIns="0" anchor="ctr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6600" b="1" kern="1200" spc="-300" dirty="0">
                <a:gradFill>
                  <a:gsLst>
                    <a:gs pos="0">
                      <a:srgbClr val="D1A33C"/>
                    </a:gs>
                    <a:gs pos="100000">
                      <a:srgbClr val="F2D713"/>
                    </a:gs>
                  </a:gsLst>
                  <a:lin ang="0" scaled="0"/>
                </a:gradFill>
                <a:latin typeface="+mn-lt"/>
                <a:ea typeface="+mn-ea"/>
                <a:cs typeface="+mn-cs"/>
              </a:defRPr>
            </a:lvl1pPr>
            <a:lvl2pPr algn="r">
              <a:defRPr lang="en-US" sz="1200" b="1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algn="r">
              <a:defRPr lang="en-US" sz="1200" b="1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algn="r">
              <a:defRPr lang="en-US" sz="1200" b="1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algn="r">
              <a:defRPr lang="en-US" sz="1200" b="1" kern="120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0#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C4C8139-D508-134B-A796-C9AE4B24B84B}"/>
              </a:ext>
            </a:extLst>
          </p:cNvPr>
          <p:cNvSpPr/>
          <p:nvPr userDrawn="1"/>
        </p:nvSpPr>
        <p:spPr>
          <a:xfrm>
            <a:off x="315913" y="323850"/>
            <a:ext cx="11560175" cy="133350"/>
          </a:xfrm>
          <a:prstGeom prst="rect">
            <a:avLst/>
          </a:prstGeom>
          <a:gradFill>
            <a:gsLst>
              <a:gs pos="0">
                <a:srgbClr val="D1A33C"/>
              </a:gs>
              <a:gs pos="100000">
                <a:srgbClr val="F2D713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30EBE833-0393-2149-AD54-8CD1C2D8BBE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359599" y="817858"/>
            <a:ext cx="8516488" cy="4182510"/>
          </a:xfrm>
        </p:spPr>
        <p:txBody>
          <a:bodyPr rIns="0" anchor="t"/>
          <a:lstStyle>
            <a:lvl1pPr algn="r">
              <a:lnSpc>
                <a:spcPct val="90000"/>
              </a:lnSpc>
              <a:spcAft>
                <a:spcPts val="0"/>
              </a:spcAft>
              <a:defRPr kumimoji="0" lang="en-US" sz="6000" b="1" i="0" u="none" strike="noStrike" kern="1200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Section Header for Long Section Titles with Many Lines</a:t>
            </a:r>
          </a:p>
        </p:txBody>
      </p:sp>
    </p:spTree>
    <p:extLst>
      <p:ext uri="{BB962C8B-B14F-4D97-AF65-F5344CB8AC3E}">
        <p14:creationId xmlns:p14="http://schemas.microsoft.com/office/powerpoint/2010/main" val="221164243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ivid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8182C6A-6F82-6D4D-8314-DBEE7B4182E8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5" name="Graphic 24">
            <a:extLst>
              <a:ext uri="{FF2B5EF4-FFF2-40B4-BE49-F238E27FC236}">
                <a16:creationId xmlns:a16="http://schemas.microsoft.com/office/drawing/2014/main" id="{DC89D74F-9B39-114A-8857-FD48BF25C47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0" y="6043161"/>
            <a:ext cx="1639228" cy="302169"/>
          </a:xfrm>
          <a:prstGeom prst="rect">
            <a:avLst/>
          </a:prstGeom>
        </p:spPr>
      </p:pic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6CEEF5A0-70D1-FC44-AF68-A1525C07247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15913" y="697001"/>
            <a:ext cx="1003578" cy="1005269"/>
          </a:xfrm>
        </p:spPr>
        <p:txBody>
          <a:bodyPr rIns="0" anchor="ctr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6600" b="1" kern="1200" spc="-300" dirty="0">
                <a:gradFill>
                  <a:gsLst>
                    <a:gs pos="0">
                      <a:srgbClr val="D1A33C"/>
                    </a:gs>
                    <a:gs pos="100000">
                      <a:srgbClr val="F2D713"/>
                    </a:gs>
                  </a:gsLst>
                  <a:lin ang="0" scaled="0"/>
                </a:gradFill>
                <a:latin typeface="+mn-lt"/>
                <a:ea typeface="+mn-ea"/>
                <a:cs typeface="+mn-cs"/>
              </a:defRPr>
            </a:lvl1pPr>
            <a:lvl2pPr algn="r">
              <a:defRPr lang="en-US" sz="1200" b="1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algn="r">
              <a:defRPr lang="en-US" sz="1200" b="1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algn="r">
              <a:defRPr lang="en-US" sz="1200" b="1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algn="r">
              <a:defRPr lang="en-US" sz="1200" b="1" kern="120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0#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C4C8139-D508-134B-A796-C9AE4B24B84B}"/>
              </a:ext>
            </a:extLst>
          </p:cNvPr>
          <p:cNvSpPr/>
          <p:nvPr userDrawn="1"/>
        </p:nvSpPr>
        <p:spPr>
          <a:xfrm>
            <a:off x="315913" y="323850"/>
            <a:ext cx="11560175" cy="133350"/>
          </a:xfrm>
          <a:prstGeom prst="rect">
            <a:avLst/>
          </a:prstGeom>
          <a:gradFill>
            <a:gsLst>
              <a:gs pos="0">
                <a:srgbClr val="D1A33C"/>
              </a:gs>
              <a:gs pos="100000">
                <a:srgbClr val="F2D713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30EBE833-0393-2149-AD54-8CD1C2D8BBE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359599" y="817858"/>
            <a:ext cx="8516488" cy="4182510"/>
          </a:xfrm>
        </p:spPr>
        <p:txBody>
          <a:bodyPr rIns="0" anchor="t"/>
          <a:lstStyle>
            <a:lvl1pPr algn="r">
              <a:lnSpc>
                <a:spcPct val="90000"/>
              </a:lnSpc>
              <a:spcAft>
                <a:spcPts val="0"/>
              </a:spcAft>
              <a:defRPr kumimoji="0" lang="en-US" sz="6000" b="1" i="0" u="none" strike="noStrike" kern="120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Section Header for Long Section Titles with Many Lines</a:t>
            </a:r>
          </a:p>
        </p:txBody>
      </p:sp>
    </p:spTree>
    <p:extLst>
      <p:ext uri="{BB962C8B-B14F-4D97-AF65-F5344CB8AC3E}">
        <p14:creationId xmlns:p14="http://schemas.microsoft.com/office/powerpoint/2010/main" val="336526447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ivider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Rectangle 57">
            <a:extLst>
              <a:ext uri="{FF2B5EF4-FFF2-40B4-BE49-F238E27FC236}">
                <a16:creationId xmlns:a16="http://schemas.microsoft.com/office/drawing/2014/main" id="{1EBAE255-A00F-8A46-BFE9-588871B19FE0}"/>
              </a:ext>
            </a:extLst>
          </p:cNvPr>
          <p:cNvSpPr/>
          <p:nvPr userDrawn="1"/>
        </p:nvSpPr>
        <p:spPr>
          <a:xfrm>
            <a:off x="315912" y="323183"/>
            <a:ext cx="11560175" cy="133350"/>
          </a:xfrm>
          <a:prstGeom prst="rect">
            <a:avLst/>
          </a:prstGeom>
          <a:gradFill>
            <a:gsLst>
              <a:gs pos="0">
                <a:srgbClr val="D1A33C"/>
              </a:gs>
              <a:gs pos="100000">
                <a:srgbClr val="F2D713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Picture Placeholder 69">
            <a:extLst>
              <a:ext uri="{FF2B5EF4-FFF2-40B4-BE49-F238E27FC236}">
                <a16:creationId xmlns:a16="http://schemas.microsoft.com/office/drawing/2014/main" id="{920A70D9-C170-BD45-B4E6-7D1610D9D77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" y="2"/>
            <a:ext cx="12191999" cy="6857999"/>
          </a:xfrm>
          <a:custGeom>
            <a:avLst/>
            <a:gdLst>
              <a:gd name="connsiteX0" fmla="*/ 458949 w 12191999"/>
              <a:gd name="connsiteY0" fmla="*/ 6222152 h 6857999"/>
              <a:gd name="connsiteX1" fmla="*/ 585042 w 12191999"/>
              <a:gd name="connsiteY1" fmla="*/ 6344203 h 6857999"/>
              <a:gd name="connsiteX2" fmla="*/ 487955 w 12191999"/>
              <a:gd name="connsiteY2" fmla="*/ 6229765 h 6857999"/>
              <a:gd name="connsiteX3" fmla="*/ 458949 w 12191999"/>
              <a:gd name="connsiteY3" fmla="*/ 6222152 h 6857999"/>
              <a:gd name="connsiteX4" fmla="*/ 1581392 w 12191999"/>
              <a:gd name="connsiteY4" fmla="*/ 6206459 h 6857999"/>
              <a:gd name="connsiteX5" fmla="*/ 1633573 w 12191999"/>
              <a:gd name="connsiteY5" fmla="*/ 6206459 h 6857999"/>
              <a:gd name="connsiteX6" fmla="*/ 1647383 w 12191999"/>
              <a:gd name="connsiteY6" fmla="*/ 6207770 h 6857999"/>
              <a:gd name="connsiteX7" fmla="*/ 1675755 w 12191999"/>
              <a:gd name="connsiteY7" fmla="*/ 6242040 h 6857999"/>
              <a:gd name="connsiteX8" fmla="*/ 1647054 w 12191999"/>
              <a:gd name="connsiteY8" fmla="*/ 6276239 h 6857999"/>
              <a:gd name="connsiteX9" fmla="*/ 1647079 w 12191999"/>
              <a:gd name="connsiteY9" fmla="*/ 6276239 h 6857999"/>
              <a:gd name="connsiteX10" fmla="*/ 1629924 w 12191999"/>
              <a:gd name="connsiteY10" fmla="*/ 6277726 h 6857999"/>
              <a:gd name="connsiteX11" fmla="*/ 1581392 w 12191999"/>
              <a:gd name="connsiteY11" fmla="*/ 6277726 h 6857999"/>
              <a:gd name="connsiteX12" fmla="*/ 1117820 w 12191999"/>
              <a:gd name="connsiteY12" fmla="*/ 6204690 h 6857999"/>
              <a:gd name="connsiteX13" fmla="*/ 1192835 w 12191999"/>
              <a:gd name="connsiteY13" fmla="*/ 6243597 h 6857999"/>
              <a:gd name="connsiteX14" fmla="*/ 1150605 w 12191999"/>
              <a:gd name="connsiteY14" fmla="*/ 6277691 h 6857999"/>
              <a:gd name="connsiteX15" fmla="*/ 1150605 w 12191999"/>
              <a:gd name="connsiteY15" fmla="*/ 6277655 h 6857999"/>
              <a:gd name="connsiteX16" fmla="*/ 1098459 w 12191999"/>
              <a:gd name="connsiteY16" fmla="*/ 6277655 h 6857999"/>
              <a:gd name="connsiteX17" fmla="*/ 1098459 w 12191999"/>
              <a:gd name="connsiteY17" fmla="*/ 6205041 h 6857999"/>
              <a:gd name="connsiteX18" fmla="*/ 1117820 w 12191999"/>
              <a:gd name="connsiteY18" fmla="*/ 6204690 h 6857999"/>
              <a:gd name="connsiteX19" fmla="*/ 1826161 w 12191999"/>
              <a:gd name="connsiteY19" fmla="*/ 6170585 h 6857999"/>
              <a:gd name="connsiteX20" fmla="*/ 1876358 w 12191999"/>
              <a:gd name="connsiteY20" fmla="*/ 6213439 h 6857999"/>
              <a:gd name="connsiteX21" fmla="*/ 1776608 w 12191999"/>
              <a:gd name="connsiteY21" fmla="*/ 6213439 h 6857999"/>
              <a:gd name="connsiteX22" fmla="*/ 1826161 w 12191999"/>
              <a:gd name="connsiteY22" fmla="*/ 6170585 h 6857999"/>
              <a:gd name="connsiteX23" fmla="*/ 1914658 w 12191999"/>
              <a:gd name="connsiteY23" fmla="*/ 6137744 h 6857999"/>
              <a:gd name="connsiteX24" fmla="*/ 1986141 w 12191999"/>
              <a:gd name="connsiteY24" fmla="*/ 6317394 h 6857999"/>
              <a:gd name="connsiteX25" fmla="*/ 2025086 w 12191999"/>
              <a:gd name="connsiteY25" fmla="*/ 6317394 h 6857999"/>
              <a:gd name="connsiteX26" fmla="*/ 2096428 w 12191999"/>
              <a:gd name="connsiteY26" fmla="*/ 6137744 h 6857999"/>
              <a:gd name="connsiteX27" fmla="*/ 2051159 w 12191999"/>
              <a:gd name="connsiteY27" fmla="*/ 6137744 h 6857999"/>
              <a:gd name="connsiteX28" fmla="*/ 2006101 w 12191999"/>
              <a:gd name="connsiteY28" fmla="*/ 6266084 h 6857999"/>
              <a:gd name="connsiteX29" fmla="*/ 1960373 w 12191999"/>
              <a:gd name="connsiteY29" fmla="*/ 6137744 h 6857999"/>
              <a:gd name="connsiteX30" fmla="*/ 1825773 w 12191999"/>
              <a:gd name="connsiteY30" fmla="*/ 6133903 h 6857999"/>
              <a:gd name="connsiteX31" fmla="*/ 1734730 w 12191999"/>
              <a:gd name="connsiteY31" fmla="*/ 6228829 h 6857999"/>
              <a:gd name="connsiteX32" fmla="*/ 1827569 w 12191999"/>
              <a:gd name="connsiteY32" fmla="*/ 6321236 h 6857999"/>
              <a:gd name="connsiteX33" fmla="*/ 1912593 w 12191999"/>
              <a:gd name="connsiteY33" fmla="*/ 6262278 h 6857999"/>
              <a:gd name="connsiteX34" fmla="*/ 1869682 w 12191999"/>
              <a:gd name="connsiteY34" fmla="*/ 6262278 h 6857999"/>
              <a:gd name="connsiteX35" fmla="*/ 1828285 w 12191999"/>
              <a:gd name="connsiteY35" fmla="*/ 6284531 h 6857999"/>
              <a:gd name="connsiteX36" fmla="*/ 1776479 w 12191999"/>
              <a:gd name="connsiteY36" fmla="*/ 6242860 h 6857999"/>
              <a:gd name="connsiteX37" fmla="*/ 1916946 w 12191999"/>
              <a:gd name="connsiteY37" fmla="*/ 6242860 h 6857999"/>
              <a:gd name="connsiteX38" fmla="*/ 1918225 w 12191999"/>
              <a:gd name="connsiteY38" fmla="*/ 6225795 h 6857999"/>
              <a:gd name="connsiteX39" fmla="*/ 1825773 w 12191999"/>
              <a:gd name="connsiteY39" fmla="*/ 6133903 h 6857999"/>
              <a:gd name="connsiteX40" fmla="*/ 1437874 w 12191999"/>
              <a:gd name="connsiteY40" fmla="*/ 6133903 h 6857999"/>
              <a:gd name="connsiteX41" fmla="*/ 1381716 w 12191999"/>
              <a:gd name="connsiteY41" fmla="*/ 6164038 h 6857999"/>
              <a:gd name="connsiteX42" fmla="*/ 1381716 w 12191999"/>
              <a:gd name="connsiteY42" fmla="*/ 6137745 h 6857999"/>
              <a:gd name="connsiteX43" fmla="*/ 1342243 w 12191999"/>
              <a:gd name="connsiteY43" fmla="*/ 6137745 h 6857999"/>
              <a:gd name="connsiteX44" fmla="*/ 1342243 w 12191999"/>
              <a:gd name="connsiteY44" fmla="*/ 6317395 h 6857999"/>
              <a:gd name="connsiteX45" fmla="*/ 1384485 w 12191999"/>
              <a:gd name="connsiteY45" fmla="*/ 6317395 h 6857999"/>
              <a:gd name="connsiteX46" fmla="*/ 1384485 w 12191999"/>
              <a:gd name="connsiteY46" fmla="*/ 6222235 h 6857999"/>
              <a:gd name="connsiteX47" fmla="*/ 1386468 w 12191999"/>
              <a:gd name="connsiteY47" fmla="*/ 6202453 h 6857999"/>
              <a:gd name="connsiteX48" fmla="*/ 1425519 w 12191999"/>
              <a:gd name="connsiteY48" fmla="*/ 6171826 h 6857999"/>
              <a:gd name="connsiteX49" fmla="*/ 1462574 w 12191999"/>
              <a:gd name="connsiteY49" fmla="*/ 6203343 h 6857999"/>
              <a:gd name="connsiteX50" fmla="*/ 1463959 w 12191999"/>
              <a:gd name="connsiteY50" fmla="*/ 6222200 h 6857999"/>
              <a:gd name="connsiteX51" fmla="*/ 1463959 w 12191999"/>
              <a:gd name="connsiteY51" fmla="*/ 6317395 h 6857999"/>
              <a:gd name="connsiteX52" fmla="*/ 1506201 w 12191999"/>
              <a:gd name="connsiteY52" fmla="*/ 6317395 h 6857999"/>
              <a:gd name="connsiteX53" fmla="*/ 1506201 w 12191999"/>
              <a:gd name="connsiteY53" fmla="*/ 6211085 h 6857999"/>
              <a:gd name="connsiteX54" fmla="*/ 1502212 w 12191999"/>
              <a:gd name="connsiteY54" fmla="*/ 6179170 h 6857999"/>
              <a:gd name="connsiteX55" fmla="*/ 1437874 w 12191999"/>
              <a:gd name="connsiteY55" fmla="*/ 6133903 h 6857999"/>
              <a:gd name="connsiteX56" fmla="*/ 919998 w 12191999"/>
              <a:gd name="connsiteY56" fmla="*/ 6114613 h 6857999"/>
              <a:gd name="connsiteX57" fmla="*/ 952724 w 12191999"/>
              <a:gd name="connsiteY57" fmla="*/ 6201762 h 6857999"/>
              <a:gd name="connsiteX58" fmla="*/ 863675 w 12191999"/>
              <a:gd name="connsiteY58" fmla="*/ 6259982 h 6857999"/>
              <a:gd name="connsiteX59" fmla="*/ 863675 w 12191999"/>
              <a:gd name="connsiteY59" fmla="*/ 6259959 h 6857999"/>
              <a:gd name="connsiteX60" fmla="*/ 1581369 w 12191999"/>
              <a:gd name="connsiteY60" fmla="*/ 6104318 h 6857999"/>
              <a:gd name="connsiteX61" fmla="*/ 1620278 w 12191999"/>
              <a:gd name="connsiteY61" fmla="*/ 6104318 h 6857999"/>
              <a:gd name="connsiteX62" fmla="*/ 1644637 w 12191999"/>
              <a:gd name="connsiteY62" fmla="*/ 6108324 h 6857999"/>
              <a:gd name="connsiteX63" fmla="*/ 1660890 w 12191999"/>
              <a:gd name="connsiteY63" fmla="*/ 6135894 h 6857999"/>
              <a:gd name="connsiteX64" fmla="*/ 1644062 w 12191999"/>
              <a:gd name="connsiteY64" fmla="*/ 6163804 h 6857999"/>
              <a:gd name="connsiteX65" fmla="*/ 1621769 w 12191999"/>
              <a:gd name="connsiteY65" fmla="*/ 6167493 h 6857999"/>
              <a:gd name="connsiteX66" fmla="*/ 1581392 w 12191999"/>
              <a:gd name="connsiteY66" fmla="*/ 6167493 h 6857999"/>
              <a:gd name="connsiteX67" fmla="*/ 1098459 w 12191999"/>
              <a:gd name="connsiteY67" fmla="*/ 6104318 h 6857999"/>
              <a:gd name="connsiteX68" fmla="*/ 1135644 w 12191999"/>
              <a:gd name="connsiteY68" fmla="*/ 6104318 h 6857999"/>
              <a:gd name="connsiteX69" fmla="*/ 1156143 w 12191999"/>
              <a:gd name="connsiteY69" fmla="*/ 6106871 h 6857999"/>
              <a:gd name="connsiteX70" fmla="*/ 1177980 w 12191999"/>
              <a:gd name="connsiteY70" fmla="*/ 6139220 h 6857999"/>
              <a:gd name="connsiteX71" fmla="*/ 1157281 w 12191999"/>
              <a:gd name="connsiteY71" fmla="*/ 6170292 h 6857999"/>
              <a:gd name="connsiteX72" fmla="*/ 1116623 w 12191999"/>
              <a:gd name="connsiteY72" fmla="*/ 6167106 h 6857999"/>
              <a:gd name="connsiteX73" fmla="*/ 1098459 w 12191999"/>
              <a:gd name="connsiteY73" fmla="*/ 6167387 h 6857999"/>
              <a:gd name="connsiteX74" fmla="*/ 708600 w 12191999"/>
              <a:gd name="connsiteY74" fmla="*/ 6080273 h 6857999"/>
              <a:gd name="connsiteX75" fmla="*/ 608510 w 12191999"/>
              <a:gd name="connsiteY75" fmla="*/ 6229343 h 6857999"/>
              <a:gd name="connsiteX76" fmla="*/ 643571 w 12191999"/>
              <a:gd name="connsiteY76" fmla="*/ 6341907 h 6857999"/>
              <a:gd name="connsiteX77" fmla="*/ 756163 w 12191999"/>
              <a:gd name="connsiteY77" fmla="*/ 6159075 h 6857999"/>
              <a:gd name="connsiteX78" fmla="*/ 708600 w 12191999"/>
              <a:gd name="connsiteY78" fmla="*/ 6080273 h 6857999"/>
              <a:gd name="connsiteX79" fmla="*/ 1538047 w 12191999"/>
              <a:gd name="connsiteY79" fmla="*/ 6064650 h 6857999"/>
              <a:gd name="connsiteX80" fmla="*/ 1538047 w 12191999"/>
              <a:gd name="connsiteY80" fmla="*/ 6317394 h 6857999"/>
              <a:gd name="connsiteX81" fmla="*/ 1627694 w 12191999"/>
              <a:gd name="connsiteY81" fmla="*/ 6317394 h 6857999"/>
              <a:gd name="connsiteX82" fmla="*/ 1668352 w 12191999"/>
              <a:gd name="connsiteY82" fmla="*/ 6311691 h 6857999"/>
              <a:gd name="connsiteX83" fmla="*/ 1719101 w 12191999"/>
              <a:gd name="connsiteY83" fmla="*/ 6243668 h 6857999"/>
              <a:gd name="connsiteX84" fmla="*/ 1679934 w 12191999"/>
              <a:gd name="connsiteY84" fmla="*/ 6182309 h 6857999"/>
              <a:gd name="connsiteX85" fmla="*/ 1704270 w 12191999"/>
              <a:gd name="connsiteY85" fmla="*/ 6132603 h 6857999"/>
              <a:gd name="connsiteX86" fmla="*/ 1653814 w 12191999"/>
              <a:gd name="connsiteY86" fmla="*/ 6068023 h 6857999"/>
              <a:gd name="connsiteX87" fmla="*/ 1618095 w 12191999"/>
              <a:gd name="connsiteY87" fmla="*/ 6064650 h 6857999"/>
              <a:gd name="connsiteX88" fmla="*/ 1261795 w 12191999"/>
              <a:gd name="connsiteY88" fmla="*/ 6064650 h 6857999"/>
              <a:gd name="connsiteX89" fmla="*/ 1261795 w 12191999"/>
              <a:gd name="connsiteY89" fmla="*/ 6317394 h 6857999"/>
              <a:gd name="connsiteX90" fmla="*/ 1305610 w 12191999"/>
              <a:gd name="connsiteY90" fmla="*/ 6317394 h 6857999"/>
              <a:gd name="connsiteX91" fmla="*/ 1305610 w 12191999"/>
              <a:gd name="connsiteY91" fmla="*/ 6064650 h 6857999"/>
              <a:gd name="connsiteX92" fmla="*/ 900344 w 12191999"/>
              <a:gd name="connsiteY92" fmla="*/ 6064638 h 6857999"/>
              <a:gd name="connsiteX93" fmla="*/ 797003 w 12191999"/>
              <a:gd name="connsiteY93" fmla="*/ 6317394 h 6857999"/>
              <a:gd name="connsiteX94" fmla="*/ 839163 w 12191999"/>
              <a:gd name="connsiteY94" fmla="*/ 6317394 h 6857999"/>
              <a:gd name="connsiteX95" fmla="*/ 964399 w 12191999"/>
              <a:gd name="connsiteY95" fmla="*/ 6233068 h 6857999"/>
              <a:gd name="connsiteX96" fmla="*/ 996081 w 12191999"/>
              <a:gd name="connsiteY96" fmla="*/ 6317394 h 6857999"/>
              <a:gd name="connsiteX97" fmla="*/ 1043896 w 12191999"/>
              <a:gd name="connsiteY97" fmla="*/ 6317394 h 6857999"/>
              <a:gd name="connsiteX98" fmla="*/ 1003872 w 12191999"/>
              <a:gd name="connsiteY98" fmla="*/ 6219470 h 6857999"/>
              <a:gd name="connsiteX99" fmla="*/ 1055102 w 12191999"/>
              <a:gd name="connsiteY99" fmla="*/ 6208520 h 6857999"/>
              <a:gd name="connsiteX100" fmla="*/ 1055102 w 12191999"/>
              <a:gd name="connsiteY100" fmla="*/ 6317359 h 6857999"/>
              <a:gd name="connsiteX101" fmla="*/ 1076857 w 12191999"/>
              <a:gd name="connsiteY101" fmla="*/ 6317359 h 6857999"/>
              <a:gd name="connsiteX102" fmla="*/ 1153268 w 12191999"/>
              <a:gd name="connsiteY102" fmla="*/ 6317359 h 6857999"/>
              <a:gd name="connsiteX103" fmla="*/ 1236227 w 12191999"/>
              <a:gd name="connsiteY103" fmla="*/ 6243574 h 6857999"/>
              <a:gd name="connsiteX104" fmla="*/ 1196614 w 12191999"/>
              <a:gd name="connsiteY104" fmla="*/ 6182660 h 6857999"/>
              <a:gd name="connsiteX105" fmla="*/ 1221325 w 12191999"/>
              <a:gd name="connsiteY105" fmla="*/ 6132603 h 6857999"/>
              <a:gd name="connsiteX106" fmla="*/ 1170869 w 12191999"/>
              <a:gd name="connsiteY106" fmla="*/ 6068023 h 6857999"/>
              <a:gd name="connsiteX107" fmla="*/ 1135151 w 12191999"/>
              <a:gd name="connsiteY107" fmla="*/ 6064650 h 6857999"/>
              <a:gd name="connsiteX108" fmla="*/ 1055102 w 12191999"/>
              <a:gd name="connsiteY108" fmla="*/ 6064650 h 6857999"/>
              <a:gd name="connsiteX109" fmla="*/ 1055102 w 12191999"/>
              <a:gd name="connsiteY109" fmla="*/ 6171299 h 6857999"/>
              <a:gd name="connsiteX110" fmla="*/ 990566 w 12191999"/>
              <a:gd name="connsiteY110" fmla="*/ 6186841 h 6857999"/>
              <a:gd name="connsiteX111" fmla="*/ 940556 w 12191999"/>
              <a:gd name="connsiteY111" fmla="*/ 6064638 h 6857999"/>
              <a:gd name="connsiteX112" fmla="*/ 634747 w 12191999"/>
              <a:gd name="connsiteY112" fmla="*/ 6044962 h 6857999"/>
              <a:gd name="connsiteX113" fmla="*/ 458673 w 12191999"/>
              <a:gd name="connsiteY113" fmla="*/ 6167931 h 6857999"/>
              <a:gd name="connsiteX114" fmla="*/ 456919 w 12191999"/>
              <a:gd name="connsiteY114" fmla="*/ 6181266 h 6857999"/>
              <a:gd name="connsiteX115" fmla="*/ 493435 w 12191999"/>
              <a:gd name="connsiteY115" fmla="*/ 6182320 h 6857999"/>
              <a:gd name="connsiteX116" fmla="*/ 634747 w 12191999"/>
              <a:gd name="connsiteY116" fmla="*/ 6044962 h 6857999"/>
              <a:gd name="connsiteX117" fmla="*/ 315913 w 12191999"/>
              <a:gd name="connsiteY117" fmla="*/ 323850 h 6857999"/>
              <a:gd name="connsiteX118" fmla="*/ 315913 w 12191999"/>
              <a:gd name="connsiteY118" fmla="*/ 457200 h 6857999"/>
              <a:gd name="connsiteX119" fmla="*/ 11876087 w 12191999"/>
              <a:gd name="connsiteY119" fmla="*/ 457200 h 6857999"/>
              <a:gd name="connsiteX120" fmla="*/ 11876087 w 12191999"/>
              <a:gd name="connsiteY120" fmla="*/ 323850 h 6857999"/>
              <a:gd name="connsiteX121" fmla="*/ 0 w 12191999"/>
              <a:gd name="connsiteY121" fmla="*/ 0 h 6857999"/>
              <a:gd name="connsiteX122" fmla="*/ 12191999 w 12191999"/>
              <a:gd name="connsiteY122" fmla="*/ 0 h 6857999"/>
              <a:gd name="connsiteX123" fmla="*/ 12191999 w 12191999"/>
              <a:gd name="connsiteY123" fmla="*/ 6857999 h 6857999"/>
              <a:gd name="connsiteX124" fmla="*/ 0 w 12191999"/>
              <a:gd name="connsiteY124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</a:cxnLst>
            <a:rect l="l" t="t" r="r" b="b"/>
            <a:pathLst>
              <a:path w="12191999" h="6857999">
                <a:moveTo>
                  <a:pt x="458949" y="6222152"/>
                </a:moveTo>
                <a:cubicBezTo>
                  <a:pt x="470763" y="6285426"/>
                  <a:pt x="521316" y="6334359"/>
                  <a:pt x="585042" y="6344203"/>
                </a:cubicBezTo>
                <a:cubicBezTo>
                  <a:pt x="583411" y="6297437"/>
                  <a:pt x="545440" y="6250331"/>
                  <a:pt x="487955" y="6229765"/>
                </a:cubicBezTo>
                <a:cubicBezTo>
                  <a:pt x="478527" y="6226388"/>
                  <a:pt x="468821" y="6223841"/>
                  <a:pt x="458949" y="6222152"/>
                </a:cubicBezTo>
                <a:close/>
                <a:moveTo>
                  <a:pt x="1581392" y="6206459"/>
                </a:moveTo>
                <a:lnTo>
                  <a:pt x="1633573" y="6206459"/>
                </a:lnTo>
                <a:cubicBezTo>
                  <a:pt x="1638208" y="6206433"/>
                  <a:pt x="1642831" y="6206873"/>
                  <a:pt x="1647383" y="6207770"/>
                </a:cubicBezTo>
                <a:cubicBezTo>
                  <a:pt x="1667895" y="6212315"/>
                  <a:pt x="1675755" y="6228465"/>
                  <a:pt x="1675755" y="6242040"/>
                </a:cubicBezTo>
                <a:cubicBezTo>
                  <a:pt x="1675755" y="6259994"/>
                  <a:pt x="1664198" y="6272175"/>
                  <a:pt x="1647054" y="6276239"/>
                </a:cubicBezTo>
                <a:lnTo>
                  <a:pt x="1647079" y="6276239"/>
                </a:lnTo>
                <a:cubicBezTo>
                  <a:pt x="1641423" y="6277283"/>
                  <a:pt x="1635673" y="6277782"/>
                  <a:pt x="1629924" y="6277726"/>
                </a:cubicBezTo>
                <a:lnTo>
                  <a:pt x="1581392" y="6277726"/>
                </a:lnTo>
                <a:close/>
                <a:moveTo>
                  <a:pt x="1117820" y="6204690"/>
                </a:moveTo>
                <a:cubicBezTo>
                  <a:pt x="1165249" y="6205299"/>
                  <a:pt x="1192835" y="6219084"/>
                  <a:pt x="1192835" y="6243597"/>
                </a:cubicBezTo>
                <a:cubicBezTo>
                  <a:pt x="1192835" y="6265662"/>
                  <a:pt x="1173075" y="6277691"/>
                  <a:pt x="1150605" y="6277691"/>
                </a:cubicBezTo>
                <a:lnTo>
                  <a:pt x="1150605" y="6277655"/>
                </a:lnTo>
                <a:lnTo>
                  <a:pt x="1098459" y="6277655"/>
                </a:lnTo>
                <a:lnTo>
                  <a:pt x="1098459" y="6205041"/>
                </a:lnTo>
                <a:cubicBezTo>
                  <a:pt x="1105065" y="6204760"/>
                  <a:pt x="1111554" y="6204620"/>
                  <a:pt x="1117820" y="6204690"/>
                </a:cubicBezTo>
                <a:close/>
                <a:moveTo>
                  <a:pt x="1826161" y="6170585"/>
                </a:moveTo>
                <a:cubicBezTo>
                  <a:pt x="1852973" y="6170585"/>
                  <a:pt x="1873355" y="6188305"/>
                  <a:pt x="1876358" y="6213439"/>
                </a:cubicBezTo>
                <a:lnTo>
                  <a:pt x="1776608" y="6213439"/>
                </a:lnTo>
                <a:cubicBezTo>
                  <a:pt x="1779636" y="6187579"/>
                  <a:pt x="1800639" y="6170585"/>
                  <a:pt x="1826161" y="6170585"/>
                </a:cubicBezTo>
                <a:close/>
                <a:moveTo>
                  <a:pt x="1914658" y="6137744"/>
                </a:moveTo>
                <a:lnTo>
                  <a:pt x="1986141" y="6317394"/>
                </a:lnTo>
                <a:lnTo>
                  <a:pt x="2025086" y="6317394"/>
                </a:lnTo>
                <a:lnTo>
                  <a:pt x="2096428" y="6137744"/>
                </a:lnTo>
                <a:lnTo>
                  <a:pt x="2051159" y="6137744"/>
                </a:lnTo>
                <a:lnTo>
                  <a:pt x="2006101" y="6266084"/>
                </a:lnTo>
                <a:lnTo>
                  <a:pt x="1960373" y="6137744"/>
                </a:lnTo>
                <a:close/>
                <a:moveTo>
                  <a:pt x="1825773" y="6133903"/>
                </a:moveTo>
                <a:cubicBezTo>
                  <a:pt x="1774543" y="6133903"/>
                  <a:pt x="1734730" y="6175047"/>
                  <a:pt x="1734730" y="6228829"/>
                </a:cubicBezTo>
                <a:cubicBezTo>
                  <a:pt x="1734730" y="6278464"/>
                  <a:pt x="1773933" y="6321236"/>
                  <a:pt x="1827569" y="6321236"/>
                </a:cubicBezTo>
                <a:cubicBezTo>
                  <a:pt x="1866748" y="6321236"/>
                  <a:pt x="1897092" y="6298737"/>
                  <a:pt x="1912593" y="6262278"/>
                </a:cubicBezTo>
                <a:lnTo>
                  <a:pt x="1869682" y="6262278"/>
                </a:lnTo>
                <a:cubicBezTo>
                  <a:pt x="1860013" y="6276719"/>
                  <a:pt x="1847059" y="6284531"/>
                  <a:pt x="1828285" y="6284531"/>
                </a:cubicBezTo>
                <a:cubicBezTo>
                  <a:pt x="1800323" y="6284531"/>
                  <a:pt x="1782030" y="6268134"/>
                  <a:pt x="1776479" y="6242860"/>
                </a:cubicBezTo>
                <a:lnTo>
                  <a:pt x="1916946" y="6242860"/>
                </a:lnTo>
                <a:cubicBezTo>
                  <a:pt x="1917932" y="6237227"/>
                  <a:pt x="1918366" y="6231512"/>
                  <a:pt x="1918225" y="6225795"/>
                </a:cubicBezTo>
                <a:cubicBezTo>
                  <a:pt x="1917791" y="6177518"/>
                  <a:pt x="1880677" y="6133903"/>
                  <a:pt x="1825773" y="6133903"/>
                </a:cubicBezTo>
                <a:close/>
                <a:moveTo>
                  <a:pt x="1437874" y="6133903"/>
                </a:moveTo>
                <a:cubicBezTo>
                  <a:pt x="1416061" y="6133903"/>
                  <a:pt x="1395186" y="6142101"/>
                  <a:pt x="1381716" y="6164038"/>
                </a:cubicBezTo>
                <a:lnTo>
                  <a:pt x="1381716" y="6137745"/>
                </a:lnTo>
                <a:lnTo>
                  <a:pt x="1342243" y="6137745"/>
                </a:lnTo>
                <a:lnTo>
                  <a:pt x="1342243" y="6317395"/>
                </a:lnTo>
                <a:lnTo>
                  <a:pt x="1384485" y="6317395"/>
                </a:lnTo>
                <a:lnTo>
                  <a:pt x="1384485" y="6222235"/>
                </a:lnTo>
                <a:cubicBezTo>
                  <a:pt x="1384377" y="6215587"/>
                  <a:pt x="1385042" y="6208949"/>
                  <a:pt x="1386468" y="6202453"/>
                </a:cubicBezTo>
                <a:cubicBezTo>
                  <a:pt x="1391326" y="6183082"/>
                  <a:pt x="1405160" y="6171826"/>
                  <a:pt x="1425519" y="6171826"/>
                </a:cubicBezTo>
                <a:cubicBezTo>
                  <a:pt x="1446558" y="6171826"/>
                  <a:pt x="1458679" y="6182367"/>
                  <a:pt x="1462574" y="6203343"/>
                </a:cubicBezTo>
                <a:cubicBezTo>
                  <a:pt x="1463564" y="6209579"/>
                  <a:pt x="1464027" y="6215887"/>
                  <a:pt x="1463959" y="6222200"/>
                </a:cubicBezTo>
                <a:lnTo>
                  <a:pt x="1463959" y="6317395"/>
                </a:lnTo>
                <a:lnTo>
                  <a:pt x="1506201" y="6317395"/>
                </a:lnTo>
                <a:lnTo>
                  <a:pt x="1506201" y="6211085"/>
                </a:lnTo>
                <a:cubicBezTo>
                  <a:pt x="1506201" y="6199150"/>
                  <a:pt x="1505028" y="6188375"/>
                  <a:pt x="1502212" y="6179170"/>
                </a:cubicBezTo>
                <a:cubicBezTo>
                  <a:pt x="1493024" y="6148637"/>
                  <a:pt x="1468523" y="6133903"/>
                  <a:pt x="1437874" y="6133903"/>
                </a:cubicBezTo>
                <a:close/>
                <a:moveTo>
                  <a:pt x="919998" y="6114613"/>
                </a:moveTo>
                <a:lnTo>
                  <a:pt x="952724" y="6201762"/>
                </a:lnTo>
                <a:cubicBezTo>
                  <a:pt x="918801" y="6217280"/>
                  <a:pt x="888621" y="6237167"/>
                  <a:pt x="863675" y="6259982"/>
                </a:cubicBezTo>
                <a:lnTo>
                  <a:pt x="863675" y="6259959"/>
                </a:lnTo>
                <a:close/>
                <a:moveTo>
                  <a:pt x="1581369" y="6104318"/>
                </a:moveTo>
                <a:lnTo>
                  <a:pt x="1620278" y="6104318"/>
                </a:lnTo>
                <a:cubicBezTo>
                  <a:pt x="1629149" y="6104318"/>
                  <a:pt x="1638583" y="6105490"/>
                  <a:pt x="1644637" y="6108324"/>
                </a:cubicBezTo>
                <a:cubicBezTo>
                  <a:pt x="1655199" y="6113184"/>
                  <a:pt x="1660890" y="6122261"/>
                  <a:pt x="1660890" y="6135894"/>
                </a:cubicBezTo>
                <a:cubicBezTo>
                  <a:pt x="1660890" y="6149527"/>
                  <a:pt x="1654823" y="6158967"/>
                  <a:pt x="1644062" y="6163804"/>
                </a:cubicBezTo>
                <a:cubicBezTo>
                  <a:pt x="1638677" y="6166216"/>
                  <a:pt x="1630815" y="6167493"/>
                  <a:pt x="1621769" y="6167493"/>
                </a:cubicBezTo>
                <a:lnTo>
                  <a:pt x="1581392" y="6167493"/>
                </a:lnTo>
                <a:close/>
                <a:moveTo>
                  <a:pt x="1098459" y="6104318"/>
                </a:moveTo>
                <a:lnTo>
                  <a:pt x="1135644" y="6104318"/>
                </a:lnTo>
                <a:cubicBezTo>
                  <a:pt x="1144139" y="6104318"/>
                  <a:pt x="1151262" y="6105279"/>
                  <a:pt x="1156143" y="6106871"/>
                </a:cubicBezTo>
                <a:cubicBezTo>
                  <a:pt x="1170224" y="6111474"/>
                  <a:pt x="1177980" y="6122097"/>
                  <a:pt x="1177980" y="6139220"/>
                </a:cubicBezTo>
                <a:cubicBezTo>
                  <a:pt x="1177980" y="6155078"/>
                  <a:pt x="1169978" y="6165502"/>
                  <a:pt x="1157281" y="6170292"/>
                </a:cubicBezTo>
                <a:cubicBezTo>
                  <a:pt x="1143841" y="6168099"/>
                  <a:pt x="1130242" y="6167033"/>
                  <a:pt x="1116623" y="6167106"/>
                </a:cubicBezTo>
                <a:cubicBezTo>
                  <a:pt x="1110968" y="6167106"/>
                  <a:pt x="1104749" y="6167188"/>
                  <a:pt x="1098459" y="6167387"/>
                </a:cubicBezTo>
                <a:close/>
                <a:moveTo>
                  <a:pt x="708600" y="6080273"/>
                </a:moveTo>
                <a:cubicBezTo>
                  <a:pt x="650031" y="6107486"/>
                  <a:pt x="611463" y="6164927"/>
                  <a:pt x="608510" y="6229343"/>
                </a:cubicBezTo>
                <a:cubicBezTo>
                  <a:pt x="606585" y="6269810"/>
                  <a:pt x="618997" y="6309663"/>
                  <a:pt x="643571" y="6341907"/>
                </a:cubicBezTo>
                <a:cubicBezTo>
                  <a:pt x="725244" y="6322452"/>
                  <a:pt x="775653" y="6240596"/>
                  <a:pt x="756163" y="6159075"/>
                </a:cubicBezTo>
                <a:cubicBezTo>
                  <a:pt x="748860" y="6128528"/>
                  <a:pt x="732241" y="6100995"/>
                  <a:pt x="708600" y="6080273"/>
                </a:cubicBezTo>
                <a:close/>
                <a:moveTo>
                  <a:pt x="1538047" y="6064650"/>
                </a:moveTo>
                <a:lnTo>
                  <a:pt x="1538047" y="6317394"/>
                </a:lnTo>
                <a:lnTo>
                  <a:pt x="1627694" y="6317394"/>
                </a:lnTo>
                <a:cubicBezTo>
                  <a:pt x="1645166" y="6317394"/>
                  <a:pt x="1656876" y="6315731"/>
                  <a:pt x="1668352" y="6311691"/>
                </a:cubicBezTo>
                <a:cubicBezTo>
                  <a:pt x="1698391" y="6301150"/>
                  <a:pt x="1719101" y="6277831"/>
                  <a:pt x="1719101" y="6243668"/>
                </a:cubicBezTo>
                <a:cubicBezTo>
                  <a:pt x="1719101" y="6215149"/>
                  <a:pt x="1705525" y="6194875"/>
                  <a:pt x="1679934" y="6182309"/>
                </a:cubicBezTo>
                <a:cubicBezTo>
                  <a:pt x="1697064" y="6169179"/>
                  <a:pt x="1704270" y="6154118"/>
                  <a:pt x="1704270" y="6132603"/>
                </a:cubicBezTo>
                <a:cubicBezTo>
                  <a:pt x="1704270" y="6100395"/>
                  <a:pt x="1684322" y="6076257"/>
                  <a:pt x="1653814" y="6068023"/>
                </a:cubicBezTo>
                <a:cubicBezTo>
                  <a:pt x="1645904" y="6065903"/>
                  <a:pt x="1633057" y="6064650"/>
                  <a:pt x="1618095" y="6064650"/>
                </a:cubicBezTo>
                <a:close/>
                <a:moveTo>
                  <a:pt x="1261795" y="6064650"/>
                </a:moveTo>
                <a:lnTo>
                  <a:pt x="1261795" y="6317394"/>
                </a:lnTo>
                <a:lnTo>
                  <a:pt x="1305610" y="6317394"/>
                </a:lnTo>
                <a:lnTo>
                  <a:pt x="1305610" y="6064650"/>
                </a:lnTo>
                <a:close/>
                <a:moveTo>
                  <a:pt x="900344" y="6064638"/>
                </a:moveTo>
                <a:lnTo>
                  <a:pt x="797003" y="6317394"/>
                </a:lnTo>
                <a:lnTo>
                  <a:pt x="839163" y="6317394"/>
                </a:lnTo>
                <a:cubicBezTo>
                  <a:pt x="875609" y="6278944"/>
                  <a:pt x="919106" y="6251350"/>
                  <a:pt x="964399" y="6233068"/>
                </a:cubicBezTo>
                <a:lnTo>
                  <a:pt x="996081" y="6317394"/>
                </a:lnTo>
                <a:lnTo>
                  <a:pt x="1043896" y="6317394"/>
                </a:lnTo>
                <a:lnTo>
                  <a:pt x="1003872" y="6219470"/>
                </a:lnTo>
                <a:cubicBezTo>
                  <a:pt x="1020688" y="6214697"/>
                  <a:pt x="1037802" y="6211039"/>
                  <a:pt x="1055102" y="6208520"/>
                </a:cubicBezTo>
                <a:lnTo>
                  <a:pt x="1055102" y="6317359"/>
                </a:lnTo>
                <a:lnTo>
                  <a:pt x="1076857" y="6317359"/>
                </a:lnTo>
                <a:lnTo>
                  <a:pt x="1153268" y="6317359"/>
                </a:lnTo>
                <a:cubicBezTo>
                  <a:pt x="1207244" y="6317359"/>
                  <a:pt x="1236227" y="6285737"/>
                  <a:pt x="1236227" y="6243574"/>
                </a:cubicBezTo>
                <a:cubicBezTo>
                  <a:pt x="1236227" y="6218112"/>
                  <a:pt x="1223543" y="6196386"/>
                  <a:pt x="1196614" y="6182660"/>
                </a:cubicBezTo>
                <a:cubicBezTo>
                  <a:pt x="1214872" y="6169331"/>
                  <a:pt x="1221325" y="6149409"/>
                  <a:pt x="1221325" y="6132603"/>
                </a:cubicBezTo>
                <a:cubicBezTo>
                  <a:pt x="1221325" y="6100395"/>
                  <a:pt x="1201377" y="6076256"/>
                  <a:pt x="1170869" y="6068023"/>
                </a:cubicBezTo>
                <a:cubicBezTo>
                  <a:pt x="1162961" y="6065903"/>
                  <a:pt x="1150112" y="6064650"/>
                  <a:pt x="1135151" y="6064650"/>
                </a:cubicBezTo>
                <a:lnTo>
                  <a:pt x="1055102" y="6064650"/>
                </a:lnTo>
                <a:lnTo>
                  <a:pt x="1055102" y="6171299"/>
                </a:lnTo>
                <a:cubicBezTo>
                  <a:pt x="1033182" y="6174617"/>
                  <a:pt x="1011591" y="6179817"/>
                  <a:pt x="990566" y="6186841"/>
                </a:cubicBezTo>
                <a:lnTo>
                  <a:pt x="940556" y="6064638"/>
                </a:lnTo>
                <a:close/>
                <a:moveTo>
                  <a:pt x="634747" y="6044962"/>
                </a:moveTo>
                <a:cubicBezTo>
                  <a:pt x="552104" y="6030388"/>
                  <a:pt x="473274" y="6085443"/>
                  <a:pt x="458673" y="6167931"/>
                </a:cubicBezTo>
                <a:cubicBezTo>
                  <a:pt x="457891" y="6172348"/>
                  <a:pt x="457306" y="6176797"/>
                  <a:pt x="456919" y="6181266"/>
                </a:cubicBezTo>
                <a:cubicBezTo>
                  <a:pt x="469009" y="6183023"/>
                  <a:pt x="481263" y="6183377"/>
                  <a:pt x="493435" y="6182320"/>
                </a:cubicBezTo>
                <a:cubicBezTo>
                  <a:pt x="569307" y="6175714"/>
                  <a:pt x="627706" y="6116709"/>
                  <a:pt x="634747" y="6044962"/>
                </a:cubicBezTo>
                <a:close/>
                <a:moveTo>
                  <a:pt x="315913" y="323850"/>
                </a:moveTo>
                <a:lnTo>
                  <a:pt x="315913" y="457200"/>
                </a:lnTo>
                <a:lnTo>
                  <a:pt x="11876087" y="457200"/>
                </a:lnTo>
                <a:lnTo>
                  <a:pt x="11876087" y="323850"/>
                </a:lnTo>
                <a:close/>
                <a:moveTo>
                  <a:pt x="0" y="0"/>
                </a:moveTo>
                <a:lnTo>
                  <a:pt x="12191999" y="0"/>
                </a:lnTo>
                <a:lnTo>
                  <a:pt x="12191999" y="6857999"/>
                </a:lnTo>
                <a:lnTo>
                  <a:pt x="0" y="6857999"/>
                </a:lnTo>
                <a:close/>
              </a:path>
            </a:pathLst>
          </a:custGeom>
          <a:pattFill prst="pct25">
            <a:fgClr>
              <a:schemeClr val="tx1"/>
            </a:fgClr>
            <a:bgClr>
              <a:schemeClr val="bg1"/>
            </a:bgClr>
          </a:pattFill>
        </p:spPr>
        <p:txBody>
          <a:bodyPr wrap="square" anchor="ctr">
            <a:noAutofit/>
          </a:bodyPr>
          <a:lstStyle>
            <a:lvl1pPr>
              <a:spcAft>
                <a:spcPts val="0"/>
              </a:spcAft>
              <a:defRPr sz="1200"/>
            </a:lvl1pPr>
          </a:lstStyle>
          <a:p>
            <a:r>
              <a:rPr lang="en-US" dirty="0"/>
              <a:t>                                                                                                                                                                                    Insert background image here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4AC4C0E9-5609-654C-BB62-B010DDB05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15913" y="2105460"/>
            <a:ext cx="1220524" cy="877915"/>
          </a:xfrm>
        </p:spPr>
        <p:txBody>
          <a:bodyPr rIns="0" anchor="b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6000" b="1" kern="1200" spc="-300" dirty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algn="r">
              <a:defRPr lang="en-US" sz="1200" b="1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algn="r">
              <a:defRPr lang="en-US" sz="1200" b="1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algn="r">
              <a:defRPr lang="en-US" sz="1200" b="1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algn="r">
              <a:defRPr lang="en-US" sz="1200" b="1" kern="120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0#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65991922-1466-5740-AA74-D6B8D25859B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15913" y="3147153"/>
            <a:ext cx="5780087" cy="1400993"/>
          </a:xfrm>
        </p:spPr>
        <p:txBody>
          <a:bodyPr rIns="0" anchor="t"/>
          <a:lstStyle>
            <a:lvl1pPr algn="l">
              <a:lnSpc>
                <a:spcPct val="90000"/>
              </a:lnSpc>
              <a:spcAft>
                <a:spcPts val="0"/>
              </a:spcAft>
              <a:defRPr lang="en-US" sz="5000" b="0" i="0" kern="1200" dirty="0">
                <a:solidFill>
                  <a:schemeClr val="bg1"/>
                </a:solidFill>
                <a:latin typeface="Arial"/>
                <a:ea typeface="+mj-ea"/>
                <a:cs typeface="Arial"/>
              </a:defRPr>
            </a:lvl1pPr>
          </a:lstStyle>
          <a:p>
            <a:pPr lvl="0"/>
            <a:r>
              <a:rPr lang="en-US" dirty="0"/>
              <a:t>One or Two Line Section Title</a:t>
            </a:r>
          </a:p>
        </p:txBody>
      </p:sp>
      <p:pic>
        <p:nvPicPr>
          <p:cNvPr id="46" name="Graphic 45">
            <a:extLst>
              <a:ext uri="{FF2B5EF4-FFF2-40B4-BE49-F238E27FC236}">
                <a16:creationId xmlns:a16="http://schemas.microsoft.com/office/drawing/2014/main" id="{746E0120-84AF-1C4B-BB04-2033DC9D81B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0" y="6042624"/>
            <a:ext cx="1639229" cy="302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948047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ivider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E7BA2C71-2B9F-4E49-BDAF-27ED64AC9934}"/>
              </a:ext>
            </a:extLst>
          </p:cNvPr>
          <p:cNvSpPr/>
          <p:nvPr userDrawn="1"/>
        </p:nvSpPr>
        <p:spPr>
          <a:xfrm>
            <a:off x="315912" y="323183"/>
            <a:ext cx="11560175" cy="133350"/>
          </a:xfrm>
          <a:prstGeom prst="rect">
            <a:avLst/>
          </a:prstGeom>
          <a:gradFill>
            <a:gsLst>
              <a:gs pos="0">
                <a:srgbClr val="D1A33C"/>
              </a:gs>
              <a:gs pos="100000">
                <a:srgbClr val="F2D713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A081A7CD-1F8B-6A48-B6CF-5C1734C8437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" y="2"/>
            <a:ext cx="12191999" cy="6857999"/>
          </a:xfrm>
          <a:custGeom>
            <a:avLst/>
            <a:gdLst>
              <a:gd name="connsiteX0" fmla="*/ 458949 w 12191999"/>
              <a:gd name="connsiteY0" fmla="*/ 6222152 h 6857999"/>
              <a:gd name="connsiteX1" fmla="*/ 585042 w 12191999"/>
              <a:gd name="connsiteY1" fmla="*/ 6344203 h 6857999"/>
              <a:gd name="connsiteX2" fmla="*/ 487955 w 12191999"/>
              <a:gd name="connsiteY2" fmla="*/ 6229765 h 6857999"/>
              <a:gd name="connsiteX3" fmla="*/ 458949 w 12191999"/>
              <a:gd name="connsiteY3" fmla="*/ 6222152 h 6857999"/>
              <a:gd name="connsiteX4" fmla="*/ 1581392 w 12191999"/>
              <a:gd name="connsiteY4" fmla="*/ 6206459 h 6857999"/>
              <a:gd name="connsiteX5" fmla="*/ 1633573 w 12191999"/>
              <a:gd name="connsiteY5" fmla="*/ 6206459 h 6857999"/>
              <a:gd name="connsiteX6" fmla="*/ 1647383 w 12191999"/>
              <a:gd name="connsiteY6" fmla="*/ 6207770 h 6857999"/>
              <a:gd name="connsiteX7" fmla="*/ 1675755 w 12191999"/>
              <a:gd name="connsiteY7" fmla="*/ 6242040 h 6857999"/>
              <a:gd name="connsiteX8" fmla="*/ 1647054 w 12191999"/>
              <a:gd name="connsiteY8" fmla="*/ 6276239 h 6857999"/>
              <a:gd name="connsiteX9" fmla="*/ 1647079 w 12191999"/>
              <a:gd name="connsiteY9" fmla="*/ 6276239 h 6857999"/>
              <a:gd name="connsiteX10" fmla="*/ 1629924 w 12191999"/>
              <a:gd name="connsiteY10" fmla="*/ 6277726 h 6857999"/>
              <a:gd name="connsiteX11" fmla="*/ 1581392 w 12191999"/>
              <a:gd name="connsiteY11" fmla="*/ 6277726 h 6857999"/>
              <a:gd name="connsiteX12" fmla="*/ 1117820 w 12191999"/>
              <a:gd name="connsiteY12" fmla="*/ 6204690 h 6857999"/>
              <a:gd name="connsiteX13" fmla="*/ 1192835 w 12191999"/>
              <a:gd name="connsiteY13" fmla="*/ 6243597 h 6857999"/>
              <a:gd name="connsiteX14" fmla="*/ 1150605 w 12191999"/>
              <a:gd name="connsiteY14" fmla="*/ 6277691 h 6857999"/>
              <a:gd name="connsiteX15" fmla="*/ 1150605 w 12191999"/>
              <a:gd name="connsiteY15" fmla="*/ 6277655 h 6857999"/>
              <a:gd name="connsiteX16" fmla="*/ 1098459 w 12191999"/>
              <a:gd name="connsiteY16" fmla="*/ 6277655 h 6857999"/>
              <a:gd name="connsiteX17" fmla="*/ 1098459 w 12191999"/>
              <a:gd name="connsiteY17" fmla="*/ 6205041 h 6857999"/>
              <a:gd name="connsiteX18" fmla="*/ 1117820 w 12191999"/>
              <a:gd name="connsiteY18" fmla="*/ 6204690 h 6857999"/>
              <a:gd name="connsiteX19" fmla="*/ 1826161 w 12191999"/>
              <a:gd name="connsiteY19" fmla="*/ 6170585 h 6857999"/>
              <a:gd name="connsiteX20" fmla="*/ 1876358 w 12191999"/>
              <a:gd name="connsiteY20" fmla="*/ 6213439 h 6857999"/>
              <a:gd name="connsiteX21" fmla="*/ 1776608 w 12191999"/>
              <a:gd name="connsiteY21" fmla="*/ 6213439 h 6857999"/>
              <a:gd name="connsiteX22" fmla="*/ 1826161 w 12191999"/>
              <a:gd name="connsiteY22" fmla="*/ 6170585 h 6857999"/>
              <a:gd name="connsiteX23" fmla="*/ 1914658 w 12191999"/>
              <a:gd name="connsiteY23" fmla="*/ 6137744 h 6857999"/>
              <a:gd name="connsiteX24" fmla="*/ 1986141 w 12191999"/>
              <a:gd name="connsiteY24" fmla="*/ 6317394 h 6857999"/>
              <a:gd name="connsiteX25" fmla="*/ 2025086 w 12191999"/>
              <a:gd name="connsiteY25" fmla="*/ 6317394 h 6857999"/>
              <a:gd name="connsiteX26" fmla="*/ 2096428 w 12191999"/>
              <a:gd name="connsiteY26" fmla="*/ 6137744 h 6857999"/>
              <a:gd name="connsiteX27" fmla="*/ 2051159 w 12191999"/>
              <a:gd name="connsiteY27" fmla="*/ 6137744 h 6857999"/>
              <a:gd name="connsiteX28" fmla="*/ 2006101 w 12191999"/>
              <a:gd name="connsiteY28" fmla="*/ 6266084 h 6857999"/>
              <a:gd name="connsiteX29" fmla="*/ 1960373 w 12191999"/>
              <a:gd name="connsiteY29" fmla="*/ 6137744 h 6857999"/>
              <a:gd name="connsiteX30" fmla="*/ 1825773 w 12191999"/>
              <a:gd name="connsiteY30" fmla="*/ 6133903 h 6857999"/>
              <a:gd name="connsiteX31" fmla="*/ 1734730 w 12191999"/>
              <a:gd name="connsiteY31" fmla="*/ 6228829 h 6857999"/>
              <a:gd name="connsiteX32" fmla="*/ 1827569 w 12191999"/>
              <a:gd name="connsiteY32" fmla="*/ 6321236 h 6857999"/>
              <a:gd name="connsiteX33" fmla="*/ 1912593 w 12191999"/>
              <a:gd name="connsiteY33" fmla="*/ 6262278 h 6857999"/>
              <a:gd name="connsiteX34" fmla="*/ 1869682 w 12191999"/>
              <a:gd name="connsiteY34" fmla="*/ 6262278 h 6857999"/>
              <a:gd name="connsiteX35" fmla="*/ 1828285 w 12191999"/>
              <a:gd name="connsiteY35" fmla="*/ 6284531 h 6857999"/>
              <a:gd name="connsiteX36" fmla="*/ 1776479 w 12191999"/>
              <a:gd name="connsiteY36" fmla="*/ 6242860 h 6857999"/>
              <a:gd name="connsiteX37" fmla="*/ 1916946 w 12191999"/>
              <a:gd name="connsiteY37" fmla="*/ 6242860 h 6857999"/>
              <a:gd name="connsiteX38" fmla="*/ 1918225 w 12191999"/>
              <a:gd name="connsiteY38" fmla="*/ 6225795 h 6857999"/>
              <a:gd name="connsiteX39" fmla="*/ 1825773 w 12191999"/>
              <a:gd name="connsiteY39" fmla="*/ 6133903 h 6857999"/>
              <a:gd name="connsiteX40" fmla="*/ 1437874 w 12191999"/>
              <a:gd name="connsiteY40" fmla="*/ 6133903 h 6857999"/>
              <a:gd name="connsiteX41" fmla="*/ 1381716 w 12191999"/>
              <a:gd name="connsiteY41" fmla="*/ 6164038 h 6857999"/>
              <a:gd name="connsiteX42" fmla="*/ 1381716 w 12191999"/>
              <a:gd name="connsiteY42" fmla="*/ 6137745 h 6857999"/>
              <a:gd name="connsiteX43" fmla="*/ 1342243 w 12191999"/>
              <a:gd name="connsiteY43" fmla="*/ 6137745 h 6857999"/>
              <a:gd name="connsiteX44" fmla="*/ 1342243 w 12191999"/>
              <a:gd name="connsiteY44" fmla="*/ 6317395 h 6857999"/>
              <a:gd name="connsiteX45" fmla="*/ 1384485 w 12191999"/>
              <a:gd name="connsiteY45" fmla="*/ 6317395 h 6857999"/>
              <a:gd name="connsiteX46" fmla="*/ 1384485 w 12191999"/>
              <a:gd name="connsiteY46" fmla="*/ 6222235 h 6857999"/>
              <a:gd name="connsiteX47" fmla="*/ 1386468 w 12191999"/>
              <a:gd name="connsiteY47" fmla="*/ 6202453 h 6857999"/>
              <a:gd name="connsiteX48" fmla="*/ 1425519 w 12191999"/>
              <a:gd name="connsiteY48" fmla="*/ 6171826 h 6857999"/>
              <a:gd name="connsiteX49" fmla="*/ 1462574 w 12191999"/>
              <a:gd name="connsiteY49" fmla="*/ 6203343 h 6857999"/>
              <a:gd name="connsiteX50" fmla="*/ 1463959 w 12191999"/>
              <a:gd name="connsiteY50" fmla="*/ 6222200 h 6857999"/>
              <a:gd name="connsiteX51" fmla="*/ 1463959 w 12191999"/>
              <a:gd name="connsiteY51" fmla="*/ 6317395 h 6857999"/>
              <a:gd name="connsiteX52" fmla="*/ 1506201 w 12191999"/>
              <a:gd name="connsiteY52" fmla="*/ 6317395 h 6857999"/>
              <a:gd name="connsiteX53" fmla="*/ 1506201 w 12191999"/>
              <a:gd name="connsiteY53" fmla="*/ 6211085 h 6857999"/>
              <a:gd name="connsiteX54" fmla="*/ 1502212 w 12191999"/>
              <a:gd name="connsiteY54" fmla="*/ 6179170 h 6857999"/>
              <a:gd name="connsiteX55" fmla="*/ 1437874 w 12191999"/>
              <a:gd name="connsiteY55" fmla="*/ 6133903 h 6857999"/>
              <a:gd name="connsiteX56" fmla="*/ 919998 w 12191999"/>
              <a:gd name="connsiteY56" fmla="*/ 6114613 h 6857999"/>
              <a:gd name="connsiteX57" fmla="*/ 952724 w 12191999"/>
              <a:gd name="connsiteY57" fmla="*/ 6201762 h 6857999"/>
              <a:gd name="connsiteX58" fmla="*/ 863675 w 12191999"/>
              <a:gd name="connsiteY58" fmla="*/ 6259982 h 6857999"/>
              <a:gd name="connsiteX59" fmla="*/ 863675 w 12191999"/>
              <a:gd name="connsiteY59" fmla="*/ 6259959 h 6857999"/>
              <a:gd name="connsiteX60" fmla="*/ 1581369 w 12191999"/>
              <a:gd name="connsiteY60" fmla="*/ 6104318 h 6857999"/>
              <a:gd name="connsiteX61" fmla="*/ 1620278 w 12191999"/>
              <a:gd name="connsiteY61" fmla="*/ 6104318 h 6857999"/>
              <a:gd name="connsiteX62" fmla="*/ 1644637 w 12191999"/>
              <a:gd name="connsiteY62" fmla="*/ 6108324 h 6857999"/>
              <a:gd name="connsiteX63" fmla="*/ 1660890 w 12191999"/>
              <a:gd name="connsiteY63" fmla="*/ 6135894 h 6857999"/>
              <a:gd name="connsiteX64" fmla="*/ 1644062 w 12191999"/>
              <a:gd name="connsiteY64" fmla="*/ 6163804 h 6857999"/>
              <a:gd name="connsiteX65" fmla="*/ 1621769 w 12191999"/>
              <a:gd name="connsiteY65" fmla="*/ 6167493 h 6857999"/>
              <a:gd name="connsiteX66" fmla="*/ 1581392 w 12191999"/>
              <a:gd name="connsiteY66" fmla="*/ 6167493 h 6857999"/>
              <a:gd name="connsiteX67" fmla="*/ 1098459 w 12191999"/>
              <a:gd name="connsiteY67" fmla="*/ 6104318 h 6857999"/>
              <a:gd name="connsiteX68" fmla="*/ 1135644 w 12191999"/>
              <a:gd name="connsiteY68" fmla="*/ 6104318 h 6857999"/>
              <a:gd name="connsiteX69" fmla="*/ 1156143 w 12191999"/>
              <a:gd name="connsiteY69" fmla="*/ 6106871 h 6857999"/>
              <a:gd name="connsiteX70" fmla="*/ 1177980 w 12191999"/>
              <a:gd name="connsiteY70" fmla="*/ 6139220 h 6857999"/>
              <a:gd name="connsiteX71" fmla="*/ 1157281 w 12191999"/>
              <a:gd name="connsiteY71" fmla="*/ 6170292 h 6857999"/>
              <a:gd name="connsiteX72" fmla="*/ 1116623 w 12191999"/>
              <a:gd name="connsiteY72" fmla="*/ 6167106 h 6857999"/>
              <a:gd name="connsiteX73" fmla="*/ 1098459 w 12191999"/>
              <a:gd name="connsiteY73" fmla="*/ 6167387 h 6857999"/>
              <a:gd name="connsiteX74" fmla="*/ 708600 w 12191999"/>
              <a:gd name="connsiteY74" fmla="*/ 6080273 h 6857999"/>
              <a:gd name="connsiteX75" fmla="*/ 608510 w 12191999"/>
              <a:gd name="connsiteY75" fmla="*/ 6229343 h 6857999"/>
              <a:gd name="connsiteX76" fmla="*/ 643571 w 12191999"/>
              <a:gd name="connsiteY76" fmla="*/ 6341907 h 6857999"/>
              <a:gd name="connsiteX77" fmla="*/ 756163 w 12191999"/>
              <a:gd name="connsiteY77" fmla="*/ 6159075 h 6857999"/>
              <a:gd name="connsiteX78" fmla="*/ 708600 w 12191999"/>
              <a:gd name="connsiteY78" fmla="*/ 6080273 h 6857999"/>
              <a:gd name="connsiteX79" fmla="*/ 1538047 w 12191999"/>
              <a:gd name="connsiteY79" fmla="*/ 6064650 h 6857999"/>
              <a:gd name="connsiteX80" fmla="*/ 1538047 w 12191999"/>
              <a:gd name="connsiteY80" fmla="*/ 6317394 h 6857999"/>
              <a:gd name="connsiteX81" fmla="*/ 1627694 w 12191999"/>
              <a:gd name="connsiteY81" fmla="*/ 6317394 h 6857999"/>
              <a:gd name="connsiteX82" fmla="*/ 1668352 w 12191999"/>
              <a:gd name="connsiteY82" fmla="*/ 6311691 h 6857999"/>
              <a:gd name="connsiteX83" fmla="*/ 1719101 w 12191999"/>
              <a:gd name="connsiteY83" fmla="*/ 6243668 h 6857999"/>
              <a:gd name="connsiteX84" fmla="*/ 1679934 w 12191999"/>
              <a:gd name="connsiteY84" fmla="*/ 6182309 h 6857999"/>
              <a:gd name="connsiteX85" fmla="*/ 1704270 w 12191999"/>
              <a:gd name="connsiteY85" fmla="*/ 6132603 h 6857999"/>
              <a:gd name="connsiteX86" fmla="*/ 1653814 w 12191999"/>
              <a:gd name="connsiteY86" fmla="*/ 6068023 h 6857999"/>
              <a:gd name="connsiteX87" fmla="*/ 1618095 w 12191999"/>
              <a:gd name="connsiteY87" fmla="*/ 6064650 h 6857999"/>
              <a:gd name="connsiteX88" fmla="*/ 1261795 w 12191999"/>
              <a:gd name="connsiteY88" fmla="*/ 6064650 h 6857999"/>
              <a:gd name="connsiteX89" fmla="*/ 1261795 w 12191999"/>
              <a:gd name="connsiteY89" fmla="*/ 6317394 h 6857999"/>
              <a:gd name="connsiteX90" fmla="*/ 1305610 w 12191999"/>
              <a:gd name="connsiteY90" fmla="*/ 6317394 h 6857999"/>
              <a:gd name="connsiteX91" fmla="*/ 1305610 w 12191999"/>
              <a:gd name="connsiteY91" fmla="*/ 6064650 h 6857999"/>
              <a:gd name="connsiteX92" fmla="*/ 900344 w 12191999"/>
              <a:gd name="connsiteY92" fmla="*/ 6064638 h 6857999"/>
              <a:gd name="connsiteX93" fmla="*/ 797003 w 12191999"/>
              <a:gd name="connsiteY93" fmla="*/ 6317394 h 6857999"/>
              <a:gd name="connsiteX94" fmla="*/ 839163 w 12191999"/>
              <a:gd name="connsiteY94" fmla="*/ 6317394 h 6857999"/>
              <a:gd name="connsiteX95" fmla="*/ 964399 w 12191999"/>
              <a:gd name="connsiteY95" fmla="*/ 6233068 h 6857999"/>
              <a:gd name="connsiteX96" fmla="*/ 996081 w 12191999"/>
              <a:gd name="connsiteY96" fmla="*/ 6317394 h 6857999"/>
              <a:gd name="connsiteX97" fmla="*/ 1043896 w 12191999"/>
              <a:gd name="connsiteY97" fmla="*/ 6317394 h 6857999"/>
              <a:gd name="connsiteX98" fmla="*/ 1003872 w 12191999"/>
              <a:gd name="connsiteY98" fmla="*/ 6219470 h 6857999"/>
              <a:gd name="connsiteX99" fmla="*/ 1055102 w 12191999"/>
              <a:gd name="connsiteY99" fmla="*/ 6208520 h 6857999"/>
              <a:gd name="connsiteX100" fmla="*/ 1055102 w 12191999"/>
              <a:gd name="connsiteY100" fmla="*/ 6317359 h 6857999"/>
              <a:gd name="connsiteX101" fmla="*/ 1076857 w 12191999"/>
              <a:gd name="connsiteY101" fmla="*/ 6317359 h 6857999"/>
              <a:gd name="connsiteX102" fmla="*/ 1153268 w 12191999"/>
              <a:gd name="connsiteY102" fmla="*/ 6317359 h 6857999"/>
              <a:gd name="connsiteX103" fmla="*/ 1236227 w 12191999"/>
              <a:gd name="connsiteY103" fmla="*/ 6243574 h 6857999"/>
              <a:gd name="connsiteX104" fmla="*/ 1196614 w 12191999"/>
              <a:gd name="connsiteY104" fmla="*/ 6182660 h 6857999"/>
              <a:gd name="connsiteX105" fmla="*/ 1221325 w 12191999"/>
              <a:gd name="connsiteY105" fmla="*/ 6132603 h 6857999"/>
              <a:gd name="connsiteX106" fmla="*/ 1170869 w 12191999"/>
              <a:gd name="connsiteY106" fmla="*/ 6068023 h 6857999"/>
              <a:gd name="connsiteX107" fmla="*/ 1135151 w 12191999"/>
              <a:gd name="connsiteY107" fmla="*/ 6064650 h 6857999"/>
              <a:gd name="connsiteX108" fmla="*/ 1055102 w 12191999"/>
              <a:gd name="connsiteY108" fmla="*/ 6064650 h 6857999"/>
              <a:gd name="connsiteX109" fmla="*/ 1055102 w 12191999"/>
              <a:gd name="connsiteY109" fmla="*/ 6171299 h 6857999"/>
              <a:gd name="connsiteX110" fmla="*/ 990566 w 12191999"/>
              <a:gd name="connsiteY110" fmla="*/ 6186841 h 6857999"/>
              <a:gd name="connsiteX111" fmla="*/ 940556 w 12191999"/>
              <a:gd name="connsiteY111" fmla="*/ 6064638 h 6857999"/>
              <a:gd name="connsiteX112" fmla="*/ 634747 w 12191999"/>
              <a:gd name="connsiteY112" fmla="*/ 6044962 h 6857999"/>
              <a:gd name="connsiteX113" fmla="*/ 458673 w 12191999"/>
              <a:gd name="connsiteY113" fmla="*/ 6167931 h 6857999"/>
              <a:gd name="connsiteX114" fmla="*/ 456919 w 12191999"/>
              <a:gd name="connsiteY114" fmla="*/ 6181266 h 6857999"/>
              <a:gd name="connsiteX115" fmla="*/ 493435 w 12191999"/>
              <a:gd name="connsiteY115" fmla="*/ 6182320 h 6857999"/>
              <a:gd name="connsiteX116" fmla="*/ 634747 w 12191999"/>
              <a:gd name="connsiteY116" fmla="*/ 6044962 h 6857999"/>
              <a:gd name="connsiteX117" fmla="*/ 315913 w 12191999"/>
              <a:gd name="connsiteY117" fmla="*/ 323850 h 6857999"/>
              <a:gd name="connsiteX118" fmla="*/ 315913 w 12191999"/>
              <a:gd name="connsiteY118" fmla="*/ 457200 h 6857999"/>
              <a:gd name="connsiteX119" fmla="*/ 11876087 w 12191999"/>
              <a:gd name="connsiteY119" fmla="*/ 457200 h 6857999"/>
              <a:gd name="connsiteX120" fmla="*/ 11876087 w 12191999"/>
              <a:gd name="connsiteY120" fmla="*/ 323850 h 6857999"/>
              <a:gd name="connsiteX121" fmla="*/ 0 w 12191999"/>
              <a:gd name="connsiteY121" fmla="*/ 0 h 6857999"/>
              <a:gd name="connsiteX122" fmla="*/ 12191999 w 12191999"/>
              <a:gd name="connsiteY122" fmla="*/ 0 h 6857999"/>
              <a:gd name="connsiteX123" fmla="*/ 12191999 w 12191999"/>
              <a:gd name="connsiteY123" fmla="*/ 6857999 h 6857999"/>
              <a:gd name="connsiteX124" fmla="*/ 0 w 12191999"/>
              <a:gd name="connsiteY124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</a:cxnLst>
            <a:rect l="l" t="t" r="r" b="b"/>
            <a:pathLst>
              <a:path w="12191999" h="6857999">
                <a:moveTo>
                  <a:pt x="458949" y="6222152"/>
                </a:moveTo>
                <a:cubicBezTo>
                  <a:pt x="470763" y="6285426"/>
                  <a:pt x="521316" y="6334359"/>
                  <a:pt x="585042" y="6344203"/>
                </a:cubicBezTo>
                <a:cubicBezTo>
                  <a:pt x="583411" y="6297437"/>
                  <a:pt x="545440" y="6250331"/>
                  <a:pt x="487955" y="6229765"/>
                </a:cubicBezTo>
                <a:cubicBezTo>
                  <a:pt x="478527" y="6226388"/>
                  <a:pt x="468821" y="6223841"/>
                  <a:pt x="458949" y="6222152"/>
                </a:cubicBezTo>
                <a:close/>
                <a:moveTo>
                  <a:pt x="1581392" y="6206459"/>
                </a:moveTo>
                <a:lnTo>
                  <a:pt x="1633573" y="6206459"/>
                </a:lnTo>
                <a:cubicBezTo>
                  <a:pt x="1638208" y="6206433"/>
                  <a:pt x="1642831" y="6206873"/>
                  <a:pt x="1647383" y="6207770"/>
                </a:cubicBezTo>
                <a:cubicBezTo>
                  <a:pt x="1667895" y="6212315"/>
                  <a:pt x="1675755" y="6228465"/>
                  <a:pt x="1675755" y="6242040"/>
                </a:cubicBezTo>
                <a:cubicBezTo>
                  <a:pt x="1675755" y="6259994"/>
                  <a:pt x="1664198" y="6272175"/>
                  <a:pt x="1647054" y="6276239"/>
                </a:cubicBezTo>
                <a:lnTo>
                  <a:pt x="1647079" y="6276239"/>
                </a:lnTo>
                <a:cubicBezTo>
                  <a:pt x="1641423" y="6277283"/>
                  <a:pt x="1635673" y="6277782"/>
                  <a:pt x="1629924" y="6277726"/>
                </a:cubicBezTo>
                <a:lnTo>
                  <a:pt x="1581392" y="6277726"/>
                </a:lnTo>
                <a:close/>
                <a:moveTo>
                  <a:pt x="1117820" y="6204690"/>
                </a:moveTo>
                <a:cubicBezTo>
                  <a:pt x="1165249" y="6205299"/>
                  <a:pt x="1192835" y="6219084"/>
                  <a:pt x="1192835" y="6243597"/>
                </a:cubicBezTo>
                <a:cubicBezTo>
                  <a:pt x="1192835" y="6265662"/>
                  <a:pt x="1173075" y="6277691"/>
                  <a:pt x="1150605" y="6277691"/>
                </a:cubicBezTo>
                <a:lnTo>
                  <a:pt x="1150605" y="6277655"/>
                </a:lnTo>
                <a:lnTo>
                  <a:pt x="1098459" y="6277655"/>
                </a:lnTo>
                <a:lnTo>
                  <a:pt x="1098459" y="6205041"/>
                </a:lnTo>
                <a:cubicBezTo>
                  <a:pt x="1105065" y="6204760"/>
                  <a:pt x="1111554" y="6204620"/>
                  <a:pt x="1117820" y="6204690"/>
                </a:cubicBezTo>
                <a:close/>
                <a:moveTo>
                  <a:pt x="1826161" y="6170585"/>
                </a:moveTo>
                <a:cubicBezTo>
                  <a:pt x="1852973" y="6170585"/>
                  <a:pt x="1873355" y="6188305"/>
                  <a:pt x="1876358" y="6213439"/>
                </a:cubicBezTo>
                <a:lnTo>
                  <a:pt x="1776608" y="6213439"/>
                </a:lnTo>
                <a:cubicBezTo>
                  <a:pt x="1779636" y="6187579"/>
                  <a:pt x="1800639" y="6170585"/>
                  <a:pt x="1826161" y="6170585"/>
                </a:cubicBezTo>
                <a:close/>
                <a:moveTo>
                  <a:pt x="1914658" y="6137744"/>
                </a:moveTo>
                <a:lnTo>
                  <a:pt x="1986141" y="6317394"/>
                </a:lnTo>
                <a:lnTo>
                  <a:pt x="2025086" y="6317394"/>
                </a:lnTo>
                <a:lnTo>
                  <a:pt x="2096428" y="6137744"/>
                </a:lnTo>
                <a:lnTo>
                  <a:pt x="2051159" y="6137744"/>
                </a:lnTo>
                <a:lnTo>
                  <a:pt x="2006101" y="6266084"/>
                </a:lnTo>
                <a:lnTo>
                  <a:pt x="1960373" y="6137744"/>
                </a:lnTo>
                <a:close/>
                <a:moveTo>
                  <a:pt x="1825773" y="6133903"/>
                </a:moveTo>
                <a:cubicBezTo>
                  <a:pt x="1774543" y="6133903"/>
                  <a:pt x="1734730" y="6175047"/>
                  <a:pt x="1734730" y="6228829"/>
                </a:cubicBezTo>
                <a:cubicBezTo>
                  <a:pt x="1734730" y="6278464"/>
                  <a:pt x="1773933" y="6321236"/>
                  <a:pt x="1827569" y="6321236"/>
                </a:cubicBezTo>
                <a:cubicBezTo>
                  <a:pt x="1866748" y="6321236"/>
                  <a:pt x="1897092" y="6298737"/>
                  <a:pt x="1912593" y="6262278"/>
                </a:cubicBezTo>
                <a:lnTo>
                  <a:pt x="1869682" y="6262278"/>
                </a:lnTo>
                <a:cubicBezTo>
                  <a:pt x="1860013" y="6276719"/>
                  <a:pt x="1847059" y="6284531"/>
                  <a:pt x="1828285" y="6284531"/>
                </a:cubicBezTo>
                <a:cubicBezTo>
                  <a:pt x="1800323" y="6284531"/>
                  <a:pt x="1782030" y="6268134"/>
                  <a:pt x="1776479" y="6242860"/>
                </a:cubicBezTo>
                <a:lnTo>
                  <a:pt x="1916946" y="6242860"/>
                </a:lnTo>
                <a:cubicBezTo>
                  <a:pt x="1917932" y="6237227"/>
                  <a:pt x="1918366" y="6231512"/>
                  <a:pt x="1918225" y="6225795"/>
                </a:cubicBezTo>
                <a:cubicBezTo>
                  <a:pt x="1917791" y="6177518"/>
                  <a:pt x="1880677" y="6133903"/>
                  <a:pt x="1825773" y="6133903"/>
                </a:cubicBezTo>
                <a:close/>
                <a:moveTo>
                  <a:pt x="1437874" y="6133903"/>
                </a:moveTo>
                <a:cubicBezTo>
                  <a:pt x="1416061" y="6133903"/>
                  <a:pt x="1395186" y="6142101"/>
                  <a:pt x="1381716" y="6164038"/>
                </a:cubicBezTo>
                <a:lnTo>
                  <a:pt x="1381716" y="6137745"/>
                </a:lnTo>
                <a:lnTo>
                  <a:pt x="1342243" y="6137745"/>
                </a:lnTo>
                <a:lnTo>
                  <a:pt x="1342243" y="6317395"/>
                </a:lnTo>
                <a:lnTo>
                  <a:pt x="1384485" y="6317395"/>
                </a:lnTo>
                <a:lnTo>
                  <a:pt x="1384485" y="6222235"/>
                </a:lnTo>
                <a:cubicBezTo>
                  <a:pt x="1384377" y="6215587"/>
                  <a:pt x="1385042" y="6208949"/>
                  <a:pt x="1386468" y="6202453"/>
                </a:cubicBezTo>
                <a:cubicBezTo>
                  <a:pt x="1391326" y="6183082"/>
                  <a:pt x="1405160" y="6171826"/>
                  <a:pt x="1425519" y="6171826"/>
                </a:cubicBezTo>
                <a:cubicBezTo>
                  <a:pt x="1446558" y="6171826"/>
                  <a:pt x="1458679" y="6182367"/>
                  <a:pt x="1462574" y="6203343"/>
                </a:cubicBezTo>
                <a:cubicBezTo>
                  <a:pt x="1463564" y="6209579"/>
                  <a:pt x="1464027" y="6215887"/>
                  <a:pt x="1463959" y="6222200"/>
                </a:cubicBezTo>
                <a:lnTo>
                  <a:pt x="1463959" y="6317395"/>
                </a:lnTo>
                <a:lnTo>
                  <a:pt x="1506201" y="6317395"/>
                </a:lnTo>
                <a:lnTo>
                  <a:pt x="1506201" y="6211085"/>
                </a:lnTo>
                <a:cubicBezTo>
                  <a:pt x="1506201" y="6199150"/>
                  <a:pt x="1505028" y="6188375"/>
                  <a:pt x="1502212" y="6179170"/>
                </a:cubicBezTo>
                <a:cubicBezTo>
                  <a:pt x="1493024" y="6148637"/>
                  <a:pt x="1468523" y="6133903"/>
                  <a:pt x="1437874" y="6133903"/>
                </a:cubicBezTo>
                <a:close/>
                <a:moveTo>
                  <a:pt x="919998" y="6114613"/>
                </a:moveTo>
                <a:lnTo>
                  <a:pt x="952724" y="6201762"/>
                </a:lnTo>
                <a:cubicBezTo>
                  <a:pt x="918801" y="6217280"/>
                  <a:pt x="888621" y="6237167"/>
                  <a:pt x="863675" y="6259982"/>
                </a:cubicBezTo>
                <a:lnTo>
                  <a:pt x="863675" y="6259959"/>
                </a:lnTo>
                <a:close/>
                <a:moveTo>
                  <a:pt x="1581369" y="6104318"/>
                </a:moveTo>
                <a:lnTo>
                  <a:pt x="1620278" y="6104318"/>
                </a:lnTo>
                <a:cubicBezTo>
                  <a:pt x="1629149" y="6104318"/>
                  <a:pt x="1638583" y="6105490"/>
                  <a:pt x="1644637" y="6108324"/>
                </a:cubicBezTo>
                <a:cubicBezTo>
                  <a:pt x="1655199" y="6113184"/>
                  <a:pt x="1660890" y="6122261"/>
                  <a:pt x="1660890" y="6135894"/>
                </a:cubicBezTo>
                <a:cubicBezTo>
                  <a:pt x="1660890" y="6149527"/>
                  <a:pt x="1654823" y="6158967"/>
                  <a:pt x="1644062" y="6163804"/>
                </a:cubicBezTo>
                <a:cubicBezTo>
                  <a:pt x="1638677" y="6166216"/>
                  <a:pt x="1630815" y="6167493"/>
                  <a:pt x="1621769" y="6167493"/>
                </a:cubicBezTo>
                <a:lnTo>
                  <a:pt x="1581392" y="6167493"/>
                </a:lnTo>
                <a:close/>
                <a:moveTo>
                  <a:pt x="1098459" y="6104318"/>
                </a:moveTo>
                <a:lnTo>
                  <a:pt x="1135644" y="6104318"/>
                </a:lnTo>
                <a:cubicBezTo>
                  <a:pt x="1144139" y="6104318"/>
                  <a:pt x="1151262" y="6105279"/>
                  <a:pt x="1156143" y="6106871"/>
                </a:cubicBezTo>
                <a:cubicBezTo>
                  <a:pt x="1170224" y="6111474"/>
                  <a:pt x="1177980" y="6122097"/>
                  <a:pt x="1177980" y="6139220"/>
                </a:cubicBezTo>
                <a:cubicBezTo>
                  <a:pt x="1177980" y="6155078"/>
                  <a:pt x="1169978" y="6165502"/>
                  <a:pt x="1157281" y="6170292"/>
                </a:cubicBezTo>
                <a:cubicBezTo>
                  <a:pt x="1143841" y="6168099"/>
                  <a:pt x="1130242" y="6167033"/>
                  <a:pt x="1116623" y="6167106"/>
                </a:cubicBezTo>
                <a:cubicBezTo>
                  <a:pt x="1110968" y="6167106"/>
                  <a:pt x="1104749" y="6167188"/>
                  <a:pt x="1098459" y="6167387"/>
                </a:cubicBezTo>
                <a:close/>
                <a:moveTo>
                  <a:pt x="708600" y="6080273"/>
                </a:moveTo>
                <a:cubicBezTo>
                  <a:pt x="650031" y="6107486"/>
                  <a:pt x="611463" y="6164927"/>
                  <a:pt x="608510" y="6229343"/>
                </a:cubicBezTo>
                <a:cubicBezTo>
                  <a:pt x="606585" y="6269810"/>
                  <a:pt x="618997" y="6309663"/>
                  <a:pt x="643571" y="6341907"/>
                </a:cubicBezTo>
                <a:cubicBezTo>
                  <a:pt x="725244" y="6322452"/>
                  <a:pt x="775653" y="6240596"/>
                  <a:pt x="756163" y="6159075"/>
                </a:cubicBezTo>
                <a:cubicBezTo>
                  <a:pt x="748860" y="6128528"/>
                  <a:pt x="732241" y="6100995"/>
                  <a:pt x="708600" y="6080273"/>
                </a:cubicBezTo>
                <a:close/>
                <a:moveTo>
                  <a:pt x="1538047" y="6064650"/>
                </a:moveTo>
                <a:lnTo>
                  <a:pt x="1538047" y="6317394"/>
                </a:lnTo>
                <a:lnTo>
                  <a:pt x="1627694" y="6317394"/>
                </a:lnTo>
                <a:cubicBezTo>
                  <a:pt x="1645166" y="6317394"/>
                  <a:pt x="1656876" y="6315731"/>
                  <a:pt x="1668352" y="6311691"/>
                </a:cubicBezTo>
                <a:cubicBezTo>
                  <a:pt x="1698391" y="6301150"/>
                  <a:pt x="1719101" y="6277831"/>
                  <a:pt x="1719101" y="6243668"/>
                </a:cubicBezTo>
                <a:cubicBezTo>
                  <a:pt x="1719101" y="6215149"/>
                  <a:pt x="1705525" y="6194875"/>
                  <a:pt x="1679934" y="6182309"/>
                </a:cubicBezTo>
                <a:cubicBezTo>
                  <a:pt x="1697064" y="6169179"/>
                  <a:pt x="1704270" y="6154118"/>
                  <a:pt x="1704270" y="6132603"/>
                </a:cubicBezTo>
                <a:cubicBezTo>
                  <a:pt x="1704270" y="6100395"/>
                  <a:pt x="1684322" y="6076257"/>
                  <a:pt x="1653814" y="6068023"/>
                </a:cubicBezTo>
                <a:cubicBezTo>
                  <a:pt x="1645904" y="6065903"/>
                  <a:pt x="1633057" y="6064650"/>
                  <a:pt x="1618095" y="6064650"/>
                </a:cubicBezTo>
                <a:close/>
                <a:moveTo>
                  <a:pt x="1261795" y="6064650"/>
                </a:moveTo>
                <a:lnTo>
                  <a:pt x="1261795" y="6317394"/>
                </a:lnTo>
                <a:lnTo>
                  <a:pt x="1305610" y="6317394"/>
                </a:lnTo>
                <a:lnTo>
                  <a:pt x="1305610" y="6064650"/>
                </a:lnTo>
                <a:close/>
                <a:moveTo>
                  <a:pt x="900344" y="6064638"/>
                </a:moveTo>
                <a:lnTo>
                  <a:pt x="797003" y="6317394"/>
                </a:lnTo>
                <a:lnTo>
                  <a:pt x="839163" y="6317394"/>
                </a:lnTo>
                <a:cubicBezTo>
                  <a:pt x="875609" y="6278944"/>
                  <a:pt x="919106" y="6251350"/>
                  <a:pt x="964399" y="6233068"/>
                </a:cubicBezTo>
                <a:lnTo>
                  <a:pt x="996081" y="6317394"/>
                </a:lnTo>
                <a:lnTo>
                  <a:pt x="1043896" y="6317394"/>
                </a:lnTo>
                <a:lnTo>
                  <a:pt x="1003872" y="6219470"/>
                </a:lnTo>
                <a:cubicBezTo>
                  <a:pt x="1020688" y="6214697"/>
                  <a:pt x="1037802" y="6211039"/>
                  <a:pt x="1055102" y="6208520"/>
                </a:cubicBezTo>
                <a:lnTo>
                  <a:pt x="1055102" y="6317359"/>
                </a:lnTo>
                <a:lnTo>
                  <a:pt x="1076857" y="6317359"/>
                </a:lnTo>
                <a:lnTo>
                  <a:pt x="1153268" y="6317359"/>
                </a:lnTo>
                <a:cubicBezTo>
                  <a:pt x="1207244" y="6317359"/>
                  <a:pt x="1236227" y="6285737"/>
                  <a:pt x="1236227" y="6243574"/>
                </a:cubicBezTo>
                <a:cubicBezTo>
                  <a:pt x="1236227" y="6218112"/>
                  <a:pt x="1223543" y="6196386"/>
                  <a:pt x="1196614" y="6182660"/>
                </a:cubicBezTo>
                <a:cubicBezTo>
                  <a:pt x="1214872" y="6169331"/>
                  <a:pt x="1221325" y="6149409"/>
                  <a:pt x="1221325" y="6132603"/>
                </a:cubicBezTo>
                <a:cubicBezTo>
                  <a:pt x="1221325" y="6100395"/>
                  <a:pt x="1201377" y="6076256"/>
                  <a:pt x="1170869" y="6068023"/>
                </a:cubicBezTo>
                <a:cubicBezTo>
                  <a:pt x="1162961" y="6065903"/>
                  <a:pt x="1150112" y="6064650"/>
                  <a:pt x="1135151" y="6064650"/>
                </a:cubicBezTo>
                <a:lnTo>
                  <a:pt x="1055102" y="6064650"/>
                </a:lnTo>
                <a:lnTo>
                  <a:pt x="1055102" y="6171299"/>
                </a:lnTo>
                <a:cubicBezTo>
                  <a:pt x="1033182" y="6174617"/>
                  <a:pt x="1011591" y="6179817"/>
                  <a:pt x="990566" y="6186841"/>
                </a:cubicBezTo>
                <a:lnTo>
                  <a:pt x="940556" y="6064638"/>
                </a:lnTo>
                <a:close/>
                <a:moveTo>
                  <a:pt x="634747" y="6044962"/>
                </a:moveTo>
                <a:cubicBezTo>
                  <a:pt x="552104" y="6030388"/>
                  <a:pt x="473274" y="6085443"/>
                  <a:pt x="458673" y="6167931"/>
                </a:cubicBezTo>
                <a:cubicBezTo>
                  <a:pt x="457891" y="6172348"/>
                  <a:pt x="457306" y="6176797"/>
                  <a:pt x="456919" y="6181266"/>
                </a:cubicBezTo>
                <a:cubicBezTo>
                  <a:pt x="469009" y="6183023"/>
                  <a:pt x="481263" y="6183377"/>
                  <a:pt x="493435" y="6182320"/>
                </a:cubicBezTo>
                <a:cubicBezTo>
                  <a:pt x="569307" y="6175714"/>
                  <a:pt x="627706" y="6116709"/>
                  <a:pt x="634747" y="6044962"/>
                </a:cubicBezTo>
                <a:close/>
                <a:moveTo>
                  <a:pt x="315913" y="323850"/>
                </a:moveTo>
                <a:lnTo>
                  <a:pt x="315913" y="457200"/>
                </a:lnTo>
                <a:lnTo>
                  <a:pt x="11876087" y="457200"/>
                </a:lnTo>
                <a:lnTo>
                  <a:pt x="11876087" y="323850"/>
                </a:lnTo>
                <a:close/>
                <a:moveTo>
                  <a:pt x="0" y="0"/>
                </a:moveTo>
                <a:lnTo>
                  <a:pt x="12191999" y="0"/>
                </a:lnTo>
                <a:lnTo>
                  <a:pt x="12191999" y="6857999"/>
                </a:lnTo>
                <a:lnTo>
                  <a:pt x="0" y="6857999"/>
                </a:lnTo>
                <a:close/>
              </a:path>
            </a:pathLst>
          </a:custGeom>
          <a:pattFill prst="pct25">
            <a:fgClr>
              <a:srgbClr val="000000"/>
            </a:fgClr>
            <a:bgClr>
              <a:schemeClr val="bg1"/>
            </a:bgClr>
          </a:pattFill>
        </p:spPr>
        <p:txBody>
          <a:bodyPr wrap="square" anchor="ctr">
            <a:noAutofit/>
          </a:bodyPr>
          <a:lstStyle>
            <a:lvl1pPr algn="ctr">
              <a:defRPr sz="1200"/>
            </a:lvl1pPr>
          </a:lstStyle>
          <a:p>
            <a:r>
              <a:rPr lang="en-US" dirty="0"/>
              <a:t>                                                                      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         Insert background image here</a:t>
            </a:r>
          </a:p>
        </p:txBody>
      </p:sp>
      <p:pic>
        <p:nvPicPr>
          <p:cNvPr id="27" name="Graphic 26">
            <a:extLst>
              <a:ext uri="{FF2B5EF4-FFF2-40B4-BE49-F238E27FC236}">
                <a16:creationId xmlns:a16="http://schemas.microsoft.com/office/drawing/2014/main" id="{5D728CFB-FB1D-A144-A2DF-F2F53E2962D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0" y="6042624"/>
            <a:ext cx="1639229" cy="302169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F2DEE4AD-12F8-DA42-BAC7-2D3F26B30FB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15913" y="697001"/>
            <a:ext cx="1003578" cy="1005269"/>
          </a:xfrm>
        </p:spPr>
        <p:txBody>
          <a:bodyPr rIns="0" anchor="ctr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6600" b="1" kern="1200" spc="-300" dirty="0">
                <a:gradFill>
                  <a:gsLst>
                    <a:gs pos="0">
                      <a:srgbClr val="D1A33C"/>
                    </a:gs>
                    <a:gs pos="100000">
                      <a:srgbClr val="F2D713"/>
                    </a:gs>
                  </a:gsLst>
                  <a:lin ang="0" scaled="0"/>
                </a:gradFill>
                <a:latin typeface="+mn-lt"/>
                <a:ea typeface="+mn-ea"/>
                <a:cs typeface="+mn-cs"/>
              </a:defRPr>
            </a:lvl1pPr>
            <a:lvl2pPr algn="r">
              <a:defRPr lang="en-US" sz="1200" b="1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algn="r">
              <a:defRPr lang="en-US" sz="1200" b="1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algn="r">
              <a:defRPr lang="en-US" sz="1200" b="1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algn="r">
              <a:defRPr lang="en-US" sz="1200" b="1" kern="120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0#</a:t>
            </a:r>
          </a:p>
        </p:txBody>
      </p:sp>
      <p:sp>
        <p:nvSpPr>
          <p:cNvPr id="29" name="Text Placeholder 3">
            <a:extLst>
              <a:ext uri="{FF2B5EF4-FFF2-40B4-BE49-F238E27FC236}">
                <a16:creationId xmlns:a16="http://schemas.microsoft.com/office/drawing/2014/main" id="{F20F0C56-846C-E740-8209-23828976DFE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359599" y="817858"/>
            <a:ext cx="8516488" cy="4182510"/>
          </a:xfrm>
        </p:spPr>
        <p:txBody>
          <a:bodyPr rIns="0" anchor="t"/>
          <a:lstStyle>
            <a:lvl1pPr algn="r">
              <a:lnSpc>
                <a:spcPct val="90000"/>
              </a:lnSpc>
              <a:spcAft>
                <a:spcPts val="0"/>
              </a:spcAft>
              <a:defRPr kumimoji="0" lang="en-US" sz="6000" b="1" i="0" u="none" strike="noStrike" kern="120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Section Header for Long Section Titles with Many Lines</a:t>
            </a:r>
          </a:p>
        </p:txBody>
      </p:sp>
    </p:spTree>
    <p:extLst>
      <p:ext uri="{BB962C8B-B14F-4D97-AF65-F5344CB8AC3E}">
        <p14:creationId xmlns:p14="http://schemas.microsoft.com/office/powerpoint/2010/main" val="70390435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Statem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629B0560-845B-1348-B658-3A9B6B3D984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D1A33C"/>
              </a:gs>
              <a:gs pos="100000">
                <a:srgbClr val="F2D713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65991922-1466-5740-AA74-D6B8D25859B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30098" y="1385210"/>
            <a:ext cx="10797540" cy="4087580"/>
          </a:xfrm>
        </p:spPr>
        <p:txBody>
          <a:bodyPr rIns="0" anchor="ctr"/>
          <a:lstStyle>
            <a:lvl1pPr algn="l">
              <a:lnSpc>
                <a:spcPct val="80000"/>
              </a:lnSpc>
              <a:spcAft>
                <a:spcPts val="0"/>
              </a:spcAft>
              <a:defRPr lang="en-US" sz="6800" kern="120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Quote or Key Callout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809C4DD-5B64-984E-809A-051C248D1A2C}"/>
              </a:ext>
            </a:extLst>
          </p:cNvPr>
          <p:cNvSpPr/>
          <p:nvPr userDrawn="1"/>
        </p:nvSpPr>
        <p:spPr>
          <a:xfrm>
            <a:off x="315913" y="323850"/>
            <a:ext cx="11560175" cy="1333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0FDC538C-453C-984C-87FF-534B5D16EC8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0" y="6043161"/>
            <a:ext cx="1639228" cy="302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815014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62E09845-DB5D-024E-85B9-37903AADE4B2}"/>
              </a:ext>
            </a:extLst>
          </p:cNvPr>
          <p:cNvSpPr/>
          <p:nvPr userDrawn="1"/>
        </p:nvSpPr>
        <p:spPr>
          <a:xfrm>
            <a:off x="315913" y="323850"/>
            <a:ext cx="11560175" cy="133350"/>
          </a:xfrm>
          <a:prstGeom prst="rect">
            <a:avLst/>
          </a:prstGeom>
          <a:gradFill>
            <a:gsLst>
              <a:gs pos="0">
                <a:srgbClr val="D1A33C"/>
              </a:gs>
              <a:gs pos="100000">
                <a:srgbClr val="F2D713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65991922-1466-5740-AA74-D6B8D25859B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30098" y="1385210"/>
            <a:ext cx="10797540" cy="4087580"/>
          </a:xfrm>
        </p:spPr>
        <p:txBody>
          <a:bodyPr rIns="0" anchor="ctr"/>
          <a:lstStyle>
            <a:lvl1pPr algn="l">
              <a:lnSpc>
                <a:spcPct val="80000"/>
              </a:lnSpc>
              <a:spcAft>
                <a:spcPts val="0"/>
              </a:spcAft>
              <a:defRPr lang="en-US" sz="6800" kern="120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Quote or Key Callout</a:t>
            </a:r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8A0AECFF-4C68-7C49-A99C-8B4DFD8FB2C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0" y="6043161"/>
            <a:ext cx="1639228" cy="302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859326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95025A29-692B-1648-99EB-06589EE84B74}"/>
              </a:ext>
            </a:extLst>
          </p:cNvPr>
          <p:cNvSpPr/>
          <p:nvPr userDrawn="1"/>
        </p:nvSpPr>
        <p:spPr>
          <a:xfrm>
            <a:off x="0" y="-3"/>
            <a:ext cx="12192000" cy="685800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9D12809-E0FC-FD40-BA1B-5D89A32A5A0B}"/>
              </a:ext>
            </a:extLst>
          </p:cNvPr>
          <p:cNvSpPr/>
          <p:nvPr userDrawn="1"/>
        </p:nvSpPr>
        <p:spPr>
          <a:xfrm>
            <a:off x="315913" y="323850"/>
            <a:ext cx="11560175" cy="133350"/>
          </a:xfrm>
          <a:prstGeom prst="rect">
            <a:avLst/>
          </a:prstGeom>
          <a:gradFill>
            <a:gsLst>
              <a:gs pos="0">
                <a:srgbClr val="D1A33C"/>
              </a:gs>
              <a:gs pos="100000">
                <a:srgbClr val="F2D713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65991922-1466-5740-AA74-D6B8D25859B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30098" y="1385210"/>
            <a:ext cx="10797540" cy="4087580"/>
          </a:xfrm>
        </p:spPr>
        <p:txBody>
          <a:bodyPr rIns="0" anchor="ctr"/>
          <a:lstStyle>
            <a:lvl1pPr algn="l">
              <a:lnSpc>
                <a:spcPct val="80000"/>
              </a:lnSpc>
              <a:spcAft>
                <a:spcPts val="0"/>
              </a:spcAft>
              <a:defRPr lang="en-US" sz="6800" kern="1200" dirty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Quote or Key Callout</a:t>
            </a:r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0FE6B1B0-D2AE-F240-84B0-FAEDCA78422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0" y="6042624"/>
            <a:ext cx="1639229" cy="302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848760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dy Slide 1 Column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559D9588-0A02-3A40-BF37-BC5483B6FF4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46164"/>
          <a:stretch/>
        </p:blipFill>
        <p:spPr>
          <a:xfrm>
            <a:off x="289645" y="6209608"/>
            <a:ext cx="842722" cy="28854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209486B-ABA7-A84B-BC25-77FA66F53F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D5CB28E-DD09-A349-823A-EC35B37D124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lang="en-US" smtClean="0">
                <a:solidFill>
                  <a:schemeClr val="tx1"/>
                </a:solidFill>
              </a:defRPr>
            </a:lvl1pPr>
          </a:lstStyle>
          <a:p>
            <a:fld id="{99E61589-955B-3549-AD19-CD847E0672F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EA5C258E-E3DF-0142-B6C8-27E98D44CD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5913" y="2091021"/>
            <a:ext cx="11418886" cy="3776380"/>
          </a:xfrm>
          <a:prstGeom prst="rect">
            <a:avLst/>
          </a:prstGeom>
        </p:spPr>
        <p:txBody>
          <a:bodyPr vert="horz" lIns="0" tIns="0" rIns="91440" bIns="0" rtlCol="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F024D3E-3955-C842-A83E-0CE0E671A1C1}"/>
              </a:ext>
            </a:extLst>
          </p:cNvPr>
          <p:cNvSpPr/>
          <p:nvPr userDrawn="1"/>
        </p:nvSpPr>
        <p:spPr>
          <a:xfrm>
            <a:off x="315913" y="323850"/>
            <a:ext cx="11560175" cy="133350"/>
          </a:xfrm>
          <a:prstGeom prst="rect">
            <a:avLst/>
          </a:prstGeom>
          <a:gradFill>
            <a:gsLst>
              <a:gs pos="0">
                <a:srgbClr val="D1A33C"/>
              </a:gs>
              <a:gs pos="100000">
                <a:srgbClr val="F2D713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94848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dy Slide 2 Column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09486B-ABA7-A84B-BC25-77FA66F53F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D5CB28E-DD09-A349-823A-EC35B37D124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lang="en-US" smtClean="0">
                <a:solidFill>
                  <a:schemeClr val="tx1"/>
                </a:solidFill>
              </a:defRPr>
            </a:lvl1pPr>
          </a:lstStyle>
          <a:p>
            <a:fld id="{99E61589-955B-3549-AD19-CD847E0672F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EA5C258E-E3DF-0142-B6C8-27E98D44CD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5913" y="2091021"/>
            <a:ext cx="5554309" cy="3776380"/>
          </a:xfrm>
          <a:prstGeom prst="rect">
            <a:avLst/>
          </a:prstGeom>
        </p:spPr>
        <p:txBody>
          <a:bodyPr vert="horz" lIns="0" tIns="0" rIns="91440" bIns="0" rtlCol="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F024D3E-3955-C842-A83E-0CE0E671A1C1}"/>
              </a:ext>
            </a:extLst>
          </p:cNvPr>
          <p:cNvSpPr/>
          <p:nvPr userDrawn="1"/>
        </p:nvSpPr>
        <p:spPr>
          <a:xfrm>
            <a:off x="315913" y="323850"/>
            <a:ext cx="11560175" cy="133350"/>
          </a:xfrm>
          <a:prstGeom prst="rect">
            <a:avLst/>
          </a:prstGeom>
          <a:gradFill>
            <a:gsLst>
              <a:gs pos="0">
                <a:srgbClr val="D1A33C"/>
              </a:gs>
              <a:gs pos="100000">
                <a:srgbClr val="F2D713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50D889AA-5CBC-E34F-837C-59E23750EA54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180490" y="2091021"/>
            <a:ext cx="5554309" cy="3776380"/>
          </a:xfrm>
          <a:prstGeom prst="rect">
            <a:avLst/>
          </a:prstGeom>
        </p:spPr>
        <p:txBody>
          <a:bodyPr vert="horz" lIns="0" tIns="0" rIns="91440" bIns="0" rtlCol="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C466BE7B-AA02-B944-A4CA-F65E2090527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46164"/>
          <a:stretch/>
        </p:blipFill>
        <p:spPr>
          <a:xfrm>
            <a:off x="289645" y="6209608"/>
            <a:ext cx="842722" cy="2885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787515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dy Slide 3 Column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09486B-ABA7-A84B-BC25-77FA66F53F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D5CB28E-DD09-A349-823A-EC35B37D124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lang="en-US" smtClean="0">
                <a:solidFill>
                  <a:schemeClr val="tx1"/>
                </a:solidFill>
              </a:defRPr>
            </a:lvl1pPr>
          </a:lstStyle>
          <a:p>
            <a:fld id="{99E61589-955B-3549-AD19-CD847E0672F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EA5C258E-E3DF-0142-B6C8-27E98D44CD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5914" y="2091021"/>
            <a:ext cx="3623908" cy="3776380"/>
          </a:xfrm>
          <a:prstGeom prst="rect">
            <a:avLst/>
          </a:prstGeom>
        </p:spPr>
        <p:txBody>
          <a:bodyPr vert="horz" lIns="0" tIns="0" rIns="91440" bIns="0" rtlCol="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F024D3E-3955-C842-A83E-0CE0E671A1C1}"/>
              </a:ext>
            </a:extLst>
          </p:cNvPr>
          <p:cNvSpPr/>
          <p:nvPr userDrawn="1"/>
        </p:nvSpPr>
        <p:spPr>
          <a:xfrm>
            <a:off x="315913" y="323850"/>
            <a:ext cx="11560175" cy="133350"/>
          </a:xfrm>
          <a:prstGeom prst="rect">
            <a:avLst/>
          </a:prstGeom>
          <a:gradFill>
            <a:gsLst>
              <a:gs pos="0">
                <a:srgbClr val="D1A33C"/>
              </a:gs>
              <a:gs pos="100000">
                <a:srgbClr val="F2D713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30D302E4-CB51-364E-8E8E-5E17C7CFFE6C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4213402" y="2099242"/>
            <a:ext cx="3623908" cy="3776380"/>
          </a:xfrm>
          <a:prstGeom prst="rect">
            <a:avLst/>
          </a:prstGeom>
        </p:spPr>
        <p:txBody>
          <a:bodyPr vert="horz" lIns="0" tIns="0" rIns="91440" bIns="0" rtlCol="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3F78666D-BE62-7E45-A427-40475F7ADA08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8110891" y="2099242"/>
            <a:ext cx="3623908" cy="3776380"/>
          </a:xfrm>
          <a:prstGeom prst="rect">
            <a:avLst/>
          </a:prstGeom>
        </p:spPr>
        <p:txBody>
          <a:bodyPr vert="horz" lIns="0" tIns="0" rIns="91440" bIns="0" rtlCol="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B854B7CD-F6A9-7549-BDCD-2CD44121B84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46164"/>
          <a:stretch/>
        </p:blipFill>
        <p:spPr>
          <a:xfrm>
            <a:off x="289645" y="6209608"/>
            <a:ext cx="842722" cy="2885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967869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dy Slide 1 Column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7CF258E-6401-DF43-950C-34585654BC40}"/>
              </a:ext>
            </a:extLst>
          </p:cNvPr>
          <p:cNvSpPr/>
          <p:nvPr userDrawn="1"/>
        </p:nvSpPr>
        <p:spPr>
          <a:xfrm>
            <a:off x="0" y="-3"/>
            <a:ext cx="12192000" cy="685800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09486B-ABA7-A84B-BC25-77FA66F53F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D5CB28E-DD09-A349-823A-EC35B37D124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9E61589-955B-3549-AD19-CD847E0672F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EA5C258E-E3DF-0142-B6C8-27E98D44CD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5913" y="2091021"/>
            <a:ext cx="11418886" cy="3776380"/>
          </a:xfrm>
          <a:prstGeom prst="rect">
            <a:avLst/>
          </a:prstGeom>
        </p:spPr>
        <p:txBody>
          <a:bodyPr vert="horz" lIns="0" tIns="0" rIns="91440" bIns="0" rtlCol="0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F024D3E-3955-C842-A83E-0CE0E671A1C1}"/>
              </a:ext>
            </a:extLst>
          </p:cNvPr>
          <p:cNvSpPr/>
          <p:nvPr userDrawn="1"/>
        </p:nvSpPr>
        <p:spPr>
          <a:xfrm>
            <a:off x="315913" y="323850"/>
            <a:ext cx="11560175" cy="133350"/>
          </a:xfrm>
          <a:prstGeom prst="rect">
            <a:avLst/>
          </a:prstGeom>
          <a:gradFill>
            <a:gsLst>
              <a:gs pos="0">
                <a:srgbClr val="D1A33C"/>
              </a:gs>
              <a:gs pos="100000">
                <a:srgbClr val="F2D713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AD70B897-195B-7245-861A-65B35E51C0CE}"/>
              </a:ext>
            </a:extLst>
          </p:cNvPr>
          <p:cNvGrpSpPr/>
          <p:nvPr userDrawn="1"/>
        </p:nvGrpSpPr>
        <p:grpSpPr>
          <a:xfrm>
            <a:off x="289645" y="6209608"/>
            <a:ext cx="842722" cy="288548"/>
            <a:chOff x="289645" y="6209608"/>
            <a:chExt cx="842722" cy="288548"/>
          </a:xfrm>
        </p:grpSpPr>
        <p:pic>
          <p:nvPicPr>
            <p:cNvPr id="10" name="Graphic 9">
              <a:extLst>
                <a:ext uri="{FF2B5EF4-FFF2-40B4-BE49-F238E27FC236}">
                  <a16:creationId xmlns:a16="http://schemas.microsoft.com/office/drawing/2014/main" id="{9AFE8621-F92E-3E41-BF03-A62A339E439E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r="80372"/>
            <a:stretch/>
          </p:blipFill>
          <p:spPr>
            <a:xfrm>
              <a:off x="289645" y="6209608"/>
              <a:ext cx="307255" cy="288548"/>
            </a:xfrm>
            <a:prstGeom prst="rect">
              <a:avLst/>
            </a:prstGeom>
          </p:spPr>
        </p:pic>
        <p:pic>
          <p:nvPicPr>
            <p:cNvPr id="11" name="Graphic 10">
              <a:extLst>
                <a:ext uri="{FF2B5EF4-FFF2-40B4-BE49-F238E27FC236}">
                  <a16:creationId xmlns:a16="http://schemas.microsoft.com/office/drawing/2014/main" id="{AAABDB3F-B05A-1748-95B2-C2BDF62C5E9F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 l="19776" r="46164"/>
            <a:stretch/>
          </p:blipFill>
          <p:spPr>
            <a:xfrm>
              <a:off x="599207" y="6209608"/>
              <a:ext cx="533160" cy="28854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80410138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dy Slide 2 Column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44A3480-9628-5B46-A1A8-95E6033F21BD}"/>
              </a:ext>
            </a:extLst>
          </p:cNvPr>
          <p:cNvSpPr/>
          <p:nvPr userDrawn="1"/>
        </p:nvSpPr>
        <p:spPr>
          <a:xfrm>
            <a:off x="0" y="-3"/>
            <a:ext cx="12192000" cy="685800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09486B-ABA7-A84B-BC25-77FA66F53F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D5CB28E-DD09-A349-823A-EC35B37D124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lang="en-US" smtClean="0">
                <a:solidFill>
                  <a:schemeClr val="bg1"/>
                </a:solidFill>
              </a:defRPr>
            </a:lvl1pPr>
          </a:lstStyle>
          <a:p>
            <a:fld id="{99E61589-955B-3549-AD19-CD847E0672F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EA5C258E-E3DF-0142-B6C8-27E98D44CD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5913" y="2091021"/>
            <a:ext cx="5554309" cy="3776380"/>
          </a:xfrm>
          <a:prstGeom prst="rect">
            <a:avLst/>
          </a:prstGeom>
        </p:spPr>
        <p:txBody>
          <a:bodyPr vert="horz" lIns="0" tIns="0" rIns="91440" bIns="0" rtlCol="0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F024D3E-3955-C842-A83E-0CE0E671A1C1}"/>
              </a:ext>
            </a:extLst>
          </p:cNvPr>
          <p:cNvSpPr/>
          <p:nvPr userDrawn="1"/>
        </p:nvSpPr>
        <p:spPr>
          <a:xfrm>
            <a:off x="315913" y="323850"/>
            <a:ext cx="11560175" cy="133350"/>
          </a:xfrm>
          <a:prstGeom prst="rect">
            <a:avLst/>
          </a:prstGeom>
          <a:gradFill>
            <a:gsLst>
              <a:gs pos="0">
                <a:srgbClr val="D1A33C"/>
              </a:gs>
              <a:gs pos="100000">
                <a:srgbClr val="F2D713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50D889AA-5CBC-E34F-837C-59E23750EA54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180490" y="2091021"/>
            <a:ext cx="5554309" cy="3776380"/>
          </a:xfrm>
          <a:prstGeom prst="rect">
            <a:avLst/>
          </a:prstGeom>
        </p:spPr>
        <p:txBody>
          <a:bodyPr vert="horz" lIns="0" tIns="0" rIns="91440" bIns="0" rtlCol="0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A02A656-3E41-2C4D-AAE4-37421CE72187}"/>
              </a:ext>
            </a:extLst>
          </p:cNvPr>
          <p:cNvGrpSpPr/>
          <p:nvPr userDrawn="1"/>
        </p:nvGrpSpPr>
        <p:grpSpPr>
          <a:xfrm>
            <a:off x="289645" y="6209608"/>
            <a:ext cx="842722" cy="288548"/>
            <a:chOff x="289645" y="6209608"/>
            <a:chExt cx="842722" cy="288548"/>
          </a:xfrm>
        </p:grpSpPr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id="{DA89A4D8-F0EE-EA43-8E3A-BA7DC33F0D21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r="80372"/>
            <a:stretch/>
          </p:blipFill>
          <p:spPr>
            <a:xfrm>
              <a:off x="289645" y="6209608"/>
              <a:ext cx="307255" cy="288548"/>
            </a:xfrm>
            <a:prstGeom prst="rect">
              <a:avLst/>
            </a:prstGeom>
          </p:spPr>
        </p:pic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76A89897-8BE7-0B4C-B3E6-DA84EFA5E77B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 l="19776" r="46164"/>
            <a:stretch/>
          </p:blipFill>
          <p:spPr>
            <a:xfrm>
              <a:off x="599207" y="6209608"/>
              <a:ext cx="533160" cy="28854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91835815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dy Slide 3 Column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E9A474F-C581-D441-A10C-50820635ADC4}"/>
              </a:ext>
            </a:extLst>
          </p:cNvPr>
          <p:cNvSpPr/>
          <p:nvPr userDrawn="1"/>
        </p:nvSpPr>
        <p:spPr>
          <a:xfrm>
            <a:off x="0" y="-3"/>
            <a:ext cx="12192000" cy="685800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09486B-ABA7-A84B-BC25-77FA66F53F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D5CB28E-DD09-A349-823A-EC35B37D124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lang="en-US" smtClean="0">
                <a:solidFill>
                  <a:schemeClr val="bg1"/>
                </a:solidFill>
              </a:defRPr>
            </a:lvl1pPr>
          </a:lstStyle>
          <a:p>
            <a:fld id="{99E61589-955B-3549-AD19-CD847E0672F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EA5C258E-E3DF-0142-B6C8-27E98D44CD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5914" y="2091021"/>
            <a:ext cx="3623908" cy="3776380"/>
          </a:xfrm>
          <a:prstGeom prst="rect">
            <a:avLst/>
          </a:prstGeom>
        </p:spPr>
        <p:txBody>
          <a:bodyPr vert="horz" lIns="0" tIns="0" rIns="91440" bIns="0" rtlCol="0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F024D3E-3955-C842-A83E-0CE0E671A1C1}"/>
              </a:ext>
            </a:extLst>
          </p:cNvPr>
          <p:cNvSpPr/>
          <p:nvPr userDrawn="1"/>
        </p:nvSpPr>
        <p:spPr>
          <a:xfrm>
            <a:off x="315913" y="323850"/>
            <a:ext cx="11560175" cy="133350"/>
          </a:xfrm>
          <a:prstGeom prst="rect">
            <a:avLst/>
          </a:prstGeom>
          <a:gradFill>
            <a:gsLst>
              <a:gs pos="0">
                <a:srgbClr val="D1A33C"/>
              </a:gs>
              <a:gs pos="100000">
                <a:srgbClr val="F2D713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30D302E4-CB51-364E-8E8E-5E17C7CFFE6C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4213402" y="2099242"/>
            <a:ext cx="3623908" cy="3776380"/>
          </a:xfrm>
          <a:prstGeom prst="rect">
            <a:avLst/>
          </a:prstGeom>
        </p:spPr>
        <p:txBody>
          <a:bodyPr vert="horz" lIns="0" tIns="0" rIns="91440" bIns="0" rtlCol="0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3F78666D-BE62-7E45-A427-40475F7ADA08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8110891" y="2099242"/>
            <a:ext cx="3623908" cy="3776380"/>
          </a:xfrm>
          <a:prstGeom prst="rect">
            <a:avLst/>
          </a:prstGeom>
        </p:spPr>
        <p:txBody>
          <a:bodyPr vert="horz" lIns="0" tIns="0" rIns="91440" bIns="0" rtlCol="0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5C70A1AF-4442-9648-9B13-665C358F3D57}"/>
              </a:ext>
            </a:extLst>
          </p:cNvPr>
          <p:cNvGrpSpPr/>
          <p:nvPr userDrawn="1"/>
        </p:nvGrpSpPr>
        <p:grpSpPr>
          <a:xfrm>
            <a:off x="289645" y="6209608"/>
            <a:ext cx="842722" cy="288548"/>
            <a:chOff x="289645" y="6209608"/>
            <a:chExt cx="842722" cy="288548"/>
          </a:xfrm>
        </p:grpSpPr>
        <p:pic>
          <p:nvPicPr>
            <p:cNvPr id="11" name="Graphic 10">
              <a:extLst>
                <a:ext uri="{FF2B5EF4-FFF2-40B4-BE49-F238E27FC236}">
                  <a16:creationId xmlns:a16="http://schemas.microsoft.com/office/drawing/2014/main" id="{ABEC6FF5-5B15-9E41-98A4-3FA211302A28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r="80372"/>
            <a:stretch/>
          </p:blipFill>
          <p:spPr>
            <a:xfrm>
              <a:off x="289645" y="6209608"/>
              <a:ext cx="307255" cy="288548"/>
            </a:xfrm>
            <a:prstGeom prst="rect">
              <a:avLst/>
            </a:prstGeom>
          </p:spPr>
        </p:pic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id="{E7CBCC60-40BF-6940-A22C-3B6DF8D50132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 l="19776" r="46164"/>
            <a:stretch/>
          </p:blipFill>
          <p:spPr>
            <a:xfrm>
              <a:off x="599207" y="6209608"/>
              <a:ext cx="533160" cy="28854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36461533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dy Slide Minimal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09486B-ABA7-A84B-BC25-77FA66F53F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5913" y="319087"/>
            <a:ext cx="11418886" cy="80144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D5CB28E-DD09-A349-823A-EC35B37D124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lang="en-US" smtClean="0">
                <a:solidFill>
                  <a:schemeClr val="tx1"/>
                </a:solidFill>
              </a:defRPr>
            </a:lvl1pPr>
          </a:lstStyle>
          <a:p>
            <a:fld id="{99E61589-955B-3549-AD19-CD847E0672F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EA5C258E-E3DF-0142-B6C8-27E98D44CD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5913" y="2091021"/>
            <a:ext cx="11418886" cy="3776380"/>
          </a:xfrm>
          <a:prstGeom prst="rect">
            <a:avLst/>
          </a:prstGeom>
        </p:spPr>
        <p:txBody>
          <a:bodyPr vert="horz" lIns="0" tIns="0" rIns="91440" bIns="0" rtlCol="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15386F56-68A3-D547-8FD3-2A6EE760C53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46164"/>
          <a:stretch/>
        </p:blipFill>
        <p:spPr>
          <a:xfrm>
            <a:off x="289645" y="6209608"/>
            <a:ext cx="842722" cy="2885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864249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dy Slide Minimal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B333E1D4-31DF-0840-A775-C356CFB95081}"/>
              </a:ext>
            </a:extLst>
          </p:cNvPr>
          <p:cNvSpPr/>
          <p:nvPr userDrawn="1"/>
        </p:nvSpPr>
        <p:spPr>
          <a:xfrm>
            <a:off x="0" y="-3"/>
            <a:ext cx="12192000" cy="685800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09486B-ABA7-A84B-BC25-77FA66F53F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5913" y="319087"/>
            <a:ext cx="11418886" cy="801442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D5CB28E-DD09-A349-823A-EC35B37D124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lang="en-US" smtClean="0">
                <a:solidFill>
                  <a:schemeClr val="bg1"/>
                </a:solidFill>
              </a:defRPr>
            </a:lvl1pPr>
          </a:lstStyle>
          <a:p>
            <a:fld id="{99E61589-955B-3549-AD19-CD847E0672F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EA5C258E-E3DF-0142-B6C8-27E98D44CD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5913" y="2091021"/>
            <a:ext cx="11418886" cy="3776380"/>
          </a:xfrm>
          <a:prstGeom prst="rect">
            <a:avLst/>
          </a:prstGeom>
        </p:spPr>
        <p:txBody>
          <a:bodyPr vert="horz" lIns="0" tIns="0" rIns="91440" bIns="0" rtlCol="0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538D3B8B-576D-A34D-8263-9CA98E8C5635}"/>
              </a:ext>
            </a:extLst>
          </p:cNvPr>
          <p:cNvGrpSpPr/>
          <p:nvPr userDrawn="1"/>
        </p:nvGrpSpPr>
        <p:grpSpPr>
          <a:xfrm>
            <a:off x="289645" y="6209608"/>
            <a:ext cx="842722" cy="288548"/>
            <a:chOff x="289645" y="6209608"/>
            <a:chExt cx="842722" cy="288548"/>
          </a:xfrm>
        </p:grpSpPr>
        <p:pic>
          <p:nvPicPr>
            <p:cNvPr id="8" name="Graphic 7">
              <a:extLst>
                <a:ext uri="{FF2B5EF4-FFF2-40B4-BE49-F238E27FC236}">
                  <a16:creationId xmlns:a16="http://schemas.microsoft.com/office/drawing/2014/main" id="{7A12A138-0343-3E40-824B-7179CAD99A07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r="80372"/>
            <a:stretch/>
          </p:blipFill>
          <p:spPr>
            <a:xfrm>
              <a:off x="289645" y="6209608"/>
              <a:ext cx="307255" cy="288548"/>
            </a:xfrm>
            <a:prstGeom prst="rect">
              <a:avLst/>
            </a:prstGeom>
          </p:spPr>
        </p:pic>
        <p:pic>
          <p:nvPicPr>
            <p:cNvPr id="9" name="Graphic 8">
              <a:extLst>
                <a:ext uri="{FF2B5EF4-FFF2-40B4-BE49-F238E27FC236}">
                  <a16:creationId xmlns:a16="http://schemas.microsoft.com/office/drawing/2014/main" id="{C6CBA753-0E4E-C34D-821B-60F5976996CD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 l="19776" r="46164"/>
            <a:stretch/>
          </p:blipFill>
          <p:spPr>
            <a:xfrm>
              <a:off x="599207" y="6209608"/>
              <a:ext cx="533160" cy="28854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81223524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Slide Photo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8">
            <a:extLst>
              <a:ext uri="{FF2B5EF4-FFF2-40B4-BE49-F238E27FC236}">
                <a16:creationId xmlns:a16="http://schemas.microsoft.com/office/drawing/2014/main" id="{EDC68532-9000-034C-A828-635D4A2EFD5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096000" y="0"/>
            <a:ext cx="6096000" cy="6858000"/>
          </a:xfrm>
          <a:pattFill prst="pct2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algn="ctr">
              <a:defRPr sz="1200"/>
            </a:lvl1pPr>
          </a:lstStyle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 Insert image here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D5CB28E-DD09-A349-823A-EC35B37D124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lang="en-US" smtClean="0">
                <a:solidFill>
                  <a:schemeClr val="bg1"/>
                </a:solidFill>
              </a:defRPr>
            </a:lvl1pPr>
          </a:lstStyle>
          <a:p>
            <a:fld id="{99E61589-955B-3549-AD19-CD847E0672F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EA5C258E-E3DF-0142-B6C8-27E98D44CD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5913" y="2091021"/>
            <a:ext cx="5421947" cy="3776380"/>
          </a:xfrm>
          <a:prstGeom prst="rect">
            <a:avLst/>
          </a:prstGeom>
        </p:spPr>
        <p:txBody>
          <a:bodyPr vert="horz" lIns="0" tIns="0" rIns="91440" bIns="0" rtlCol="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66D1202F-B6EF-744B-A75C-13FCCE149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5913" y="681039"/>
            <a:ext cx="5421947" cy="80144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33E0B93-C063-164E-AD18-F92A25D9DCC6}"/>
              </a:ext>
            </a:extLst>
          </p:cNvPr>
          <p:cNvSpPr/>
          <p:nvPr userDrawn="1"/>
        </p:nvSpPr>
        <p:spPr>
          <a:xfrm>
            <a:off x="315913" y="323850"/>
            <a:ext cx="5421947" cy="133350"/>
          </a:xfrm>
          <a:prstGeom prst="rect">
            <a:avLst/>
          </a:prstGeom>
          <a:gradFill>
            <a:gsLst>
              <a:gs pos="0">
                <a:srgbClr val="D1A33C"/>
              </a:gs>
              <a:gs pos="100000">
                <a:srgbClr val="F2D713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A0A6D4EC-BD9E-5A4B-9153-76EB35274CF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46164"/>
          <a:stretch/>
        </p:blipFill>
        <p:spPr>
          <a:xfrm>
            <a:off x="289645" y="6209608"/>
            <a:ext cx="842722" cy="2885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339137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Slide Photo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8">
            <a:extLst>
              <a:ext uri="{FF2B5EF4-FFF2-40B4-BE49-F238E27FC236}">
                <a16:creationId xmlns:a16="http://schemas.microsoft.com/office/drawing/2014/main" id="{EDC68532-9000-034C-A828-635D4A2EFD5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096000" y="0"/>
            <a:ext cx="6096000" cy="6858000"/>
          </a:xfrm>
          <a:pattFill prst="pct2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 Insert image here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E6326AB-6E27-3049-B9C4-648F75DC4A0E}"/>
              </a:ext>
            </a:extLst>
          </p:cNvPr>
          <p:cNvSpPr/>
          <p:nvPr userDrawn="1"/>
        </p:nvSpPr>
        <p:spPr>
          <a:xfrm>
            <a:off x="0" y="-3"/>
            <a:ext cx="6096000" cy="685800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D5CB28E-DD09-A349-823A-EC35B37D124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lang="en-US" smtClean="0">
                <a:solidFill>
                  <a:schemeClr val="bg1"/>
                </a:solidFill>
              </a:defRPr>
            </a:lvl1pPr>
          </a:lstStyle>
          <a:p>
            <a:fld id="{99E61589-955B-3549-AD19-CD847E0672F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EA5C258E-E3DF-0142-B6C8-27E98D44CD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5913" y="2091021"/>
            <a:ext cx="5421947" cy="3776380"/>
          </a:xfrm>
          <a:prstGeom prst="rect">
            <a:avLst/>
          </a:prstGeom>
        </p:spPr>
        <p:txBody>
          <a:bodyPr vert="horz" lIns="0" tIns="0" rIns="91440" bIns="0" rtlCol="0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66D1202F-B6EF-744B-A75C-13FCCE149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5913" y="681039"/>
            <a:ext cx="5421947" cy="80144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33E0B93-C063-164E-AD18-F92A25D9DCC6}"/>
              </a:ext>
            </a:extLst>
          </p:cNvPr>
          <p:cNvSpPr/>
          <p:nvPr userDrawn="1"/>
        </p:nvSpPr>
        <p:spPr>
          <a:xfrm>
            <a:off x="315913" y="323850"/>
            <a:ext cx="5421947" cy="133350"/>
          </a:xfrm>
          <a:prstGeom prst="rect">
            <a:avLst/>
          </a:prstGeom>
          <a:gradFill>
            <a:gsLst>
              <a:gs pos="0">
                <a:srgbClr val="D1A33C"/>
              </a:gs>
              <a:gs pos="100000">
                <a:srgbClr val="F2D713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C92CCBA-C3BE-114B-861C-23DC51313260}"/>
              </a:ext>
            </a:extLst>
          </p:cNvPr>
          <p:cNvGrpSpPr/>
          <p:nvPr userDrawn="1"/>
        </p:nvGrpSpPr>
        <p:grpSpPr>
          <a:xfrm>
            <a:off x="289645" y="6209608"/>
            <a:ext cx="842722" cy="288548"/>
            <a:chOff x="289645" y="6209608"/>
            <a:chExt cx="842722" cy="288548"/>
          </a:xfrm>
        </p:grpSpPr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id="{E26A08B5-47A4-6548-B134-FC7B46440980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r="80372"/>
            <a:stretch/>
          </p:blipFill>
          <p:spPr>
            <a:xfrm>
              <a:off x="289645" y="6209608"/>
              <a:ext cx="307255" cy="288548"/>
            </a:xfrm>
            <a:prstGeom prst="rect">
              <a:avLst/>
            </a:prstGeom>
          </p:spPr>
        </p:pic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10473832-3282-1E48-B025-F5C223393AA3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 l="19776" r="46164"/>
            <a:stretch/>
          </p:blipFill>
          <p:spPr>
            <a:xfrm>
              <a:off x="599207" y="6209608"/>
              <a:ext cx="533160" cy="28854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96317536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7E6326AB-6E27-3049-B9C4-648F75DC4A0E}"/>
              </a:ext>
            </a:extLst>
          </p:cNvPr>
          <p:cNvSpPr/>
          <p:nvPr userDrawn="1"/>
        </p:nvSpPr>
        <p:spPr>
          <a:xfrm>
            <a:off x="0" y="-3"/>
            <a:ext cx="6096000" cy="685800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B89F31E-342F-A147-B96F-663C42DB08C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15913" y="2090738"/>
            <a:ext cx="5421312" cy="377666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D5CB28E-DD09-A349-823A-EC35B37D124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lang="en-US" smtClean="0">
                <a:solidFill>
                  <a:schemeClr val="tx1"/>
                </a:solidFill>
              </a:defRPr>
            </a:lvl1pPr>
          </a:lstStyle>
          <a:p>
            <a:fld id="{99E61589-955B-3549-AD19-CD847E0672F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66D1202F-B6EF-744B-A75C-13FCCE149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5913" y="681039"/>
            <a:ext cx="5421947" cy="80144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33E0B93-C063-164E-AD18-F92A25D9DCC6}"/>
              </a:ext>
            </a:extLst>
          </p:cNvPr>
          <p:cNvSpPr/>
          <p:nvPr userDrawn="1"/>
        </p:nvSpPr>
        <p:spPr>
          <a:xfrm>
            <a:off x="315913" y="323850"/>
            <a:ext cx="5421947" cy="133350"/>
          </a:xfrm>
          <a:prstGeom prst="rect">
            <a:avLst/>
          </a:prstGeom>
          <a:gradFill>
            <a:gsLst>
              <a:gs pos="0">
                <a:srgbClr val="D1A33C"/>
              </a:gs>
              <a:gs pos="100000">
                <a:srgbClr val="F2D713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Chart Placeholder 11">
            <a:extLst>
              <a:ext uri="{FF2B5EF4-FFF2-40B4-BE49-F238E27FC236}">
                <a16:creationId xmlns:a16="http://schemas.microsoft.com/office/drawing/2014/main" id="{44C51DB5-E1DB-AC46-A046-BD862485CAA5}"/>
              </a:ext>
            </a:extLst>
          </p:cNvPr>
          <p:cNvSpPr>
            <a:spLocks noGrp="1"/>
          </p:cNvSpPr>
          <p:nvPr>
            <p:ph type="chart" sz="quarter" idx="14" hasCustomPrompt="1"/>
          </p:nvPr>
        </p:nvSpPr>
        <p:spPr>
          <a:xfrm>
            <a:off x="6457950" y="1482725"/>
            <a:ext cx="5345113" cy="4384675"/>
          </a:xfrm>
        </p:spPr>
        <p:txBody>
          <a:bodyPr/>
          <a:lstStyle/>
          <a:p>
            <a:r>
              <a:rPr lang="en-US" dirty="0"/>
              <a:t> 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970FF8FA-1795-3146-8574-C386D1AED17F}"/>
              </a:ext>
            </a:extLst>
          </p:cNvPr>
          <p:cNvGrpSpPr/>
          <p:nvPr userDrawn="1"/>
        </p:nvGrpSpPr>
        <p:grpSpPr>
          <a:xfrm>
            <a:off x="289645" y="6209608"/>
            <a:ext cx="842722" cy="288548"/>
            <a:chOff x="289645" y="6209608"/>
            <a:chExt cx="842722" cy="288548"/>
          </a:xfrm>
        </p:grpSpPr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8F51C4ED-7181-3646-9339-3BE88DD0ADE8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r="80372"/>
            <a:stretch/>
          </p:blipFill>
          <p:spPr>
            <a:xfrm>
              <a:off x="289645" y="6209608"/>
              <a:ext cx="307255" cy="288548"/>
            </a:xfrm>
            <a:prstGeom prst="rect">
              <a:avLst/>
            </a:prstGeom>
          </p:spPr>
        </p:pic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3FDA23EC-068C-AA4C-A2E2-4740DEE6432C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 l="19776" r="46164"/>
            <a:stretch/>
          </p:blipFill>
          <p:spPr>
            <a:xfrm>
              <a:off x="599207" y="6209608"/>
              <a:ext cx="533160" cy="28854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12590025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3">
            <a:extLst>
              <a:ext uri="{FF2B5EF4-FFF2-40B4-BE49-F238E27FC236}">
                <a16:creationId xmlns:a16="http://schemas.microsoft.com/office/drawing/2014/main" id="{361FB570-A095-D74E-B327-387A8E98C94B}"/>
              </a:ext>
            </a:extLst>
          </p:cNvPr>
          <p:cNvSpPr>
            <a:spLocks noGrp="1"/>
          </p:cNvSpPr>
          <p:nvPr>
            <p:ph type="tbl" sz="quarter" idx="15" hasCustomPrompt="1"/>
          </p:nvPr>
        </p:nvSpPr>
        <p:spPr>
          <a:xfrm>
            <a:off x="6457950" y="1482725"/>
            <a:ext cx="5345113" cy="4384675"/>
          </a:xfrm>
        </p:spPr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E6326AB-6E27-3049-B9C4-648F75DC4A0E}"/>
              </a:ext>
            </a:extLst>
          </p:cNvPr>
          <p:cNvSpPr/>
          <p:nvPr userDrawn="1"/>
        </p:nvSpPr>
        <p:spPr>
          <a:xfrm>
            <a:off x="0" y="-3"/>
            <a:ext cx="6096000" cy="685800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B89F31E-342F-A147-B96F-663C42DB08C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15913" y="2090738"/>
            <a:ext cx="5421312" cy="377666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D5CB28E-DD09-A349-823A-EC35B37D124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lang="en-US" smtClean="0">
                <a:solidFill>
                  <a:schemeClr val="tx1"/>
                </a:solidFill>
              </a:defRPr>
            </a:lvl1pPr>
          </a:lstStyle>
          <a:p>
            <a:fld id="{99E61589-955B-3549-AD19-CD847E0672F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66D1202F-B6EF-744B-A75C-13FCCE149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5913" y="681039"/>
            <a:ext cx="5421947" cy="80144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33E0B93-C063-164E-AD18-F92A25D9DCC6}"/>
              </a:ext>
            </a:extLst>
          </p:cNvPr>
          <p:cNvSpPr/>
          <p:nvPr userDrawn="1"/>
        </p:nvSpPr>
        <p:spPr>
          <a:xfrm>
            <a:off x="315913" y="323850"/>
            <a:ext cx="5421947" cy="133350"/>
          </a:xfrm>
          <a:prstGeom prst="rect">
            <a:avLst/>
          </a:prstGeom>
          <a:gradFill>
            <a:gsLst>
              <a:gs pos="0">
                <a:srgbClr val="D1A33C"/>
              </a:gs>
              <a:gs pos="100000">
                <a:srgbClr val="F2D713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36BA931-AD31-AB49-A612-3D70D35D927A}"/>
              </a:ext>
            </a:extLst>
          </p:cNvPr>
          <p:cNvGrpSpPr/>
          <p:nvPr userDrawn="1"/>
        </p:nvGrpSpPr>
        <p:grpSpPr>
          <a:xfrm>
            <a:off x="289645" y="6209608"/>
            <a:ext cx="842722" cy="288548"/>
            <a:chOff x="289645" y="6209608"/>
            <a:chExt cx="842722" cy="288548"/>
          </a:xfrm>
        </p:grpSpPr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id="{377CC0A0-F19D-A64C-8869-90044325A6A9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r="80372"/>
            <a:stretch/>
          </p:blipFill>
          <p:spPr>
            <a:xfrm>
              <a:off x="289645" y="6209608"/>
              <a:ext cx="307255" cy="288548"/>
            </a:xfrm>
            <a:prstGeom prst="rect">
              <a:avLst/>
            </a:prstGeom>
          </p:spPr>
        </p:pic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94715E36-1DD5-8249-B868-984989011947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 l="19776" r="46164"/>
            <a:stretch/>
          </p:blipFill>
          <p:spPr>
            <a:xfrm>
              <a:off x="599207" y="6209608"/>
              <a:ext cx="533160" cy="28854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49732870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7E6326AB-6E27-3049-B9C4-648F75DC4A0E}"/>
              </a:ext>
            </a:extLst>
          </p:cNvPr>
          <p:cNvSpPr/>
          <p:nvPr userDrawn="1"/>
        </p:nvSpPr>
        <p:spPr>
          <a:xfrm>
            <a:off x="0" y="-3"/>
            <a:ext cx="12192000" cy="685800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66D1202F-B6EF-744B-A75C-13FCCE1492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1685589"/>
            <a:ext cx="6886280" cy="3486818"/>
          </a:xfrm>
        </p:spPr>
        <p:txBody>
          <a:bodyPr anchor="ctr"/>
          <a:lstStyle>
            <a:lvl1pPr>
              <a:defRPr sz="5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Thank You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A6091-82A5-7140-A875-78042E3ECF17}"/>
              </a:ext>
            </a:extLst>
          </p:cNvPr>
          <p:cNvSpPr/>
          <p:nvPr userDrawn="1"/>
        </p:nvSpPr>
        <p:spPr>
          <a:xfrm>
            <a:off x="0" y="-1"/>
            <a:ext cx="12192000" cy="228600"/>
          </a:xfrm>
          <a:prstGeom prst="rect">
            <a:avLst/>
          </a:prstGeom>
          <a:gradFill>
            <a:gsLst>
              <a:gs pos="0">
                <a:srgbClr val="D1A33C"/>
              </a:gs>
              <a:gs pos="100000">
                <a:srgbClr val="F2D713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Graphic 18">
            <a:extLst>
              <a:ext uri="{FF2B5EF4-FFF2-40B4-BE49-F238E27FC236}">
                <a16:creationId xmlns:a16="http://schemas.microsoft.com/office/drawing/2014/main" id="{A714F7CA-7500-7141-B146-60316B28080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0" y="6042624"/>
            <a:ext cx="1639229" cy="302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78571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06696A-2614-174D-B7E6-C777DDB958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4123" y="6260305"/>
            <a:ext cx="5294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en-US" sz="1200" kern="120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99E61589-955B-3549-AD19-CD847E0672F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7178CD3-4E55-BF44-AB50-E277C05449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5913" y="681039"/>
            <a:ext cx="11418886" cy="801442"/>
          </a:xfrm>
          <a:prstGeom prst="rect">
            <a:avLst/>
          </a:prstGeom>
        </p:spPr>
        <p:txBody>
          <a:bodyPr vert="horz" lIns="0" tIns="0" rIns="91440" bIns="0"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0ABEFD-A0EC-D24C-A285-5F2DEC7ED0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5913" y="2091021"/>
            <a:ext cx="11418886" cy="3776380"/>
          </a:xfrm>
          <a:prstGeom prst="rect">
            <a:avLst/>
          </a:prstGeom>
        </p:spPr>
        <p:txBody>
          <a:bodyPr vert="horz" lIns="0" tIns="0" rIns="91440" bIns="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41603935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1" r:id="rId1"/>
    <p:sldLayoutId id="2147483751" r:id="rId2"/>
    <p:sldLayoutId id="2147483752" r:id="rId3"/>
    <p:sldLayoutId id="2147483717" r:id="rId4"/>
    <p:sldLayoutId id="2147483718" r:id="rId5"/>
    <p:sldLayoutId id="2147483719" r:id="rId6"/>
    <p:sldLayoutId id="2147483720" r:id="rId7"/>
    <p:sldLayoutId id="2147483712" r:id="rId8"/>
    <p:sldLayoutId id="2147483713" r:id="rId9"/>
    <p:sldLayoutId id="2147483714" r:id="rId10"/>
    <p:sldLayoutId id="2147483715" r:id="rId11"/>
    <p:sldLayoutId id="2147483716" r:id="rId12"/>
    <p:sldLayoutId id="2147483722" r:id="rId13"/>
    <p:sldLayoutId id="2147483723" r:id="rId14"/>
    <p:sldLayoutId id="2147483753" r:id="rId15"/>
    <p:sldLayoutId id="2147483754" r:id="rId16"/>
    <p:sldLayoutId id="2147483755" r:id="rId17"/>
    <p:sldLayoutId id="2147483727" r:id="rId18"/>
    <p:sldLayoutId id="2147483730" r:id="rId19"/>
    <p:sldLayoutId id="2147483731" r:id="rId20"/>
    <p:sldLayoutId id="2147483732" r:id="rId21"/>
    <p:sldLayoutId id="2147483733" r:id="rId22"/>
    <p:sldLayoutId id="2147483737" r:id="rId23"/>
    <p:sldLayoutId id="2147483746" r:id="rId24"/>
    <p:sldLayoutId id="2147483747" r:id="rId25"/>
    <p:sldLayoutId id="2147483736" r:id="rId26"/>
    <p:sldLayoutId id="2147483749" r:id="rId27"/>
    <p:sldLayoutId id="2147483750" r:id="rId28"/>
    <p:sldLayoutId id="2147483738" r:id="rId29"/>
    <p:sldLayoutId id="2147483739" r:id="rId30"/>
    <p:sldLayoutId id="2147483740" r:id="rId31"/>
    <p:sldLayoutId id="2147483741" r:id="rId32"/>
    <p:sldLayoutId id="2147483742" r:id="rId33"/>
    <p:sldLayoutId id="2147483743" r:id="rId34"/>
    <p:sldLayoutId id="2147483744" r:id="rId3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0" lang="en-US" sz="2800" b="1" i="0" u="none" strike="noStrike" kern="1200" cap="none" spc="0" normalizeH="0" baseline="0" dirty="0">
          <a:ln>
            <a:noFill/>
          </a:ln>
          <a:solidFill>
            <a:schemeClr val="tx1"/>
          </a:solidFill>
          <a:effectLst/>
          <a:uLnTx/>
          <a:uFillTx/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lang="en-US" sz="2400" b="0" kern="1200" baseline="0" dirty="0">
          <a:solidFill>
            <a:srgbClr val="000000"/>
          </a:solidFill>
          <a:latin typeface="+mn-lt"/>
          <a:ea typeface="+mn-ea"/>
          <a:cs typeface="+mn-cs"/>
        </a:defRPr>
      </a:lvl1pPr>
      <a:lvl2pPr marL="2286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Clr>
          <a:schemeClr val="accent2"/>
        </a:buClr>
        <a:buFont typeface="Arial" panose="020B0604020202020204" pitchFamily="34" charset="0"/>
        <a:buChar char="•"/>
        <a:defRPr lang="en-US" sz="2100" kern="1200" dirty="0">
          <a:solidFill>
            <a:srgbClr val="000000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Clr>
          <a:schemeClr val="accent2"/>
        </a:buClr>
        <a:buFont typeface="System Font Regular"/>
        <a:buChar char="⎻"/>
        <a:defRPr lang="en-US" sz="1800" kern="1200" dirty="0">
          <a:solidFill>
            <a:srgbClr val="000000"/>
          </a:solidFill>
          <a:latin typeface="+mn-lt"/>
          <a:ea typeface="+mn-ea"/>
          <a:cs typeface="+mn-cs"/>
        </a:defRPr>
      </a:lvl3pPr>
      <a:lvl4pPr marL="11430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Clr>
          <a:schemeClr val="accent2"/>
        </a:buClr>
        <a:buFont typeface="Wingdings" pitchFamily="2" charset="2"/>
        <a:buChar char="§"/>
        <a:defRPr lang="en-US" sz="1500" kern="1200" dirty="0">
          <a:solidFill>
            <a:srgbClr val="000000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orient="horz" pos="480" userDrawn="1">
          <p15:clr>
            <a:srgbClr val="F26B43"/>
          </p15:clr>
        </p15:guide>
        <p15:guide id="4" orient="horz" pos="3816" userDrawn="1">
          <p15:clr>
            <a:srgbClr val="F26B43"/>
          </p15:clr>
        </p15:guide>
        <p15:guide id="5" pos="240" userDrawn="1">
          <p15:clr>
            <a:srgbClr val="F26B43"/>
          </p15:clr>
        </p15:guide>
        <p15:guide id="7" pos="7296" userDrawn="1">
          <p15:clr>
            <a:srgbClr val="F26B43"/>
          </p15:clr>
        </p15:guide>
        <p15:guide id="8" pos="3120" userDrawn="1">
          <p15:clr>
            <a:srgbClr val="F26B43"/>
          </p15:clr>
        </p15:guide>
        <p15:guide id="9" pos="4560" userDrawn="1">
          <p15:clr>
            <a:srgbClr val="F26B43"/>
          </p15:clr>
        </p15:guide>
        <p15:guide id="10" orient="horz" pos="160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9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3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4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CB03377-4817-1146-B245-95491E9DAE6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Subtitle Goes Here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8BCE9B5-B0AC-8041-B4E7-4BC2AFB43F0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00.00.0000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C496401-7B42-1743-BC22-1E050791CD1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Two or Three-Line Presentation Title Goes Here</a:t>
            </a:r>
          </a:p>
        </p:txBody>
      </p:sp>
    </p:spTree>
    <p:extLst>
      <p:ext uri="{BB962C8B-B14F-4D97-AF65-F5344CB8AC3E}">
        <p14:creationId xmlns:p14="http://schemas.microsoft.com/office/powerpoint/2010/main" val="21228240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CB03377-4817-1146-B245-95491E9DAE6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Subtitle Goes Here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8BCE9B5-B0AC-8041-B4E7-4BC2AFB43F0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00.00.0000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C496401-7B42-1743-BC22-1E050791CD1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Two or Three-Line Presentation Title Goes Here</a:t>
            </a:r>
          </a:p>
        </p:txBody>
      </p:sp>
    </p:spTree>
    <p:extLst>
      <p:ext uri="{BB962C8B-B14F-4D97-AF65-F5344CB8AC3E}">
        <p14:creationId xmlns:p14="http://schemas.microsoft.com/office/powerpoint/2010/main" val="6172042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CB03377-4817-1146-B245-95491E9DAE6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Subtitle Goes Here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8BCE9B5-B0AC-8041-B4E7-4BC2AFB43F0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00.00.0000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C496401-7B42-1743-BC22-1E050791CD1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Two or Three-Line Presentation Title Goes Here</a:t>
            </a:r>
          </a:p>
        </p:txBody>
      </p:sp>
    </p:spTree>
    <p:extLst>
      <p:ext uri="{BB962C8B-B14F-4D97-AF65-F5344CB8AC3E}">
        <p14:creationId xmlns:p14="http://schemas.microsoft.com/office/powerpoint/2010/main" val="7235440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Placeholder 6" descr="A picture containing person, dancer&#10;&#10;Description automatically generated">
            <a:extLst>
              <a:ext uri="{FF2B5EF4-FFF2-40B4-BE49-F238E27FC236}">
                <a16:creationId xmlns:a16="http://schemas.microsoft.com/office/drawing/2014/main" id="{29731E7F-1E37-C14D-8018-5CBE9CE8BBC0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70000"/>
                    </a14:imgEffect>
                  </a14:imgLayer>
                </a14:imgProps>
              </a:ext>
            </a:extLst>
          </a:blip>
          <a:srcRect t="7902" r="16224" b="3568"/>
          <a:stretch/>
        </p:blipFill>
        <p:spPr>
          <a:xfrm>
            <a:off x="0" y="0"/>
            <a:ext cx="11496675" cy="6858000"/>
          </a:xfr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2685B8-F43B-6040-8B27-B39AF686866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Subtitle Goes Here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FE5389-3EC7-4A4F-84E2-31EC285FE6C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00.00.0000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D466E2F-554C-5746-99D8-780F7A4FAD5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Two or Three-Line Presentation Title Goes Here</a:t>
            </a:r>
          </a:p>
        </p:txBody>
      </p:sp>
    </p:spTree>
    <p:extLst>
      <p:ext uri="{BB962C8B-B14F-4D97-AF65-F5344CB8AC3E}">
        <p14:creationId xmlns:p14="http://schemas.microsoft.com/office/powerpoint/2010/main" val="21613814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Placeholder 6" descr="A picture containing person, dancer&#10;&#10;Description automatically generated">
            <a:extLst>
              <a:ext uri="{FF2B5EF4-FFF2-40B4-BE49-F238E27FC236}">
                <a16:creationId xmlns:a16="http://schemas.microsoft.com/office/drawing/2014/main" id="{29731E7F-1E37-C14D-8018-5CBE9CE8BBC0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70000"/>
                    </a14:imgEffect>
                  </a14:imgLayer>
                </a14:imgProps>
              </a:ext>
            </a:extLst>
          </a:blip>
          <a:srcRect t="5075" r="16805" b="14820"/>
          <a:stretch/>
        </p:blipFill>
        <p:spPr>
          <a:xfrm>
            <a:off x="2" y="228600"/>
            <a:ext cx="12191999" cy="6629400"/>
          </a:xfr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2685B8-F43B-6040-8B27-B39AF686866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Subtitle Goes Here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FE5389-3EC7-4A4F-84E2-31EC285FE6C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00.00.0000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D466E2F-554C-5746-99D8-780F7A4FAD5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Two or Three-Line Presentation Title Goes Here</a:t>
            </a:r>
          </a:p>
        </p:txBody>
      </p:sp>
    </p:spTree>
    <p:extLst>
      <p:ext uri="{BB962C8B-B14F-4D97-AF65-F5344CB8AC3E}">
        <p14:creationId xmlns:p14="http://schemas.microsoft.com/office/powerpoint/2010/main" val="769603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5" descr="A picture containing person, dancer&#10;&#10;Description automatically generated">
            <a:extLst>
              <a:ext uri="{FF2B5EF4-FFF2-40B4-BE49-F238E27FC236}">
                <a16:creationId xmlns:a16="http://schemas.microsoft.com/office/drawing/2014/main" id="{29B463A7-56B9-924C-A77B-EAADED98AD8C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l="26212" r="26212"/>
          <a:stretch>
            <a:fillRect/>
          </a:stretch>
        </p:blipFill>
        <p:spPr/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CB03377-4817-1146-B245-95491E9DAE6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Subtitle Goes Here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8BCE9B5-B0AC-8041-B4E7-4BC2AFB43F0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00.00.0000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C496401-7B42-1743-BC22-1E050791CD1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Two, Three or Four Line Presentation Title Goes Here</a:t>
            </a:r>
          </a:p>
        </p:txBody>
      </p:sp>
    </p:spTree>
    <p:extLst>
      <p:ext uri="{BB962C8B-B14F-4D97-AF65-F5344CB8AC3E}">
        <p14:creationId xmlns:p14="http://schemas.microsoft.com/office/powerpoint/2010/main" val="27946213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4" descr="A picture containing person, dancer&#10;&#10;Description automatically generated">
            <a:extLst>
              <a:ext uri="{FF2B5EF4-FFF2-40B4-BE49-F238E27FC236}">
                <a16:creationId xmlns:a16="http://schemas.microsoft.com/office/drawing/2014/main" id="{950FF730-598E-D347-BB55-77D68177EF05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l="26212" r="26212"/>
          <a:stretch>
            <a:fillRect/>
          </a:stretch>
        </p:blipFill>
        <p:spPr/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CB03377-4817-1146-B245-95491E9DAE6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Subtitle Goes Here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8BCE9B5-B0AC-8041-B4E7-4BC2AFB43F0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00.00.0000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C496401-7B42-1743-BC22-1E050791CD1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Two, Three or Four Line Presentation Title Goes Here</a:t>
            </a:r>
          </a:p>
        </p:txBody>
      </p:sp>
    </p:spTree>
    <p:extLst>
      <p:ext uri="{BB962C8B-B14F-4D97-AF65-F5344CB8AC3E}">
        <p14:creationId xmlns:p14="http://schemas.microsoft.com/office/powerpoint/2010/main" val="37843561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4" descr="A picture containing person, dancer&#10;&#10;Description automatically generated">
            <a:extLst>
              <a:ext uri="{FF2B5EF4-FFF2-40B4-BE49-F238E27FC236}">
                <a16:creationId xmlns:a16="http://schemas.microsoft.com/office/drawing/2014/main" id="{97AB9A00-4A63-9B42-900D-1F68C7DF3433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l="24912" r="24912"/>
          <a:stretch>
            <a:fillRect/>
          </a:stretch>
        </p:blipFill>
        <p:spPr/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CB03377-4817-1146-B245-95491E9DAE6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Subtitle Goes Here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8BCE9B5-B0AC-8041-B4E7-4BC2AFB43F0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00.00.0000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C496401-7B42-1743-BC22-1E050791CD1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Two, Three or Four Line Presentation Title Goes Here</a:t>
            </a:r>
          </a:p>
        </p:txBody>
      </p:sp>
    </p:spTree>
    <p:extLst>
      <p:ext uri="{BB962C8B-B14F-4D97-AF65-F5344CB8AC3E}">
        <p14:creationId xmlns:p14="http://schemas.microsoft.com/office/powerpoint/2010/main" val="37201270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CB03377-4817-1146-B245-95491E9DAE6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Subtitle Goes Here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8BCE9B5-B0AC-8041-B4E7-4BC2AFB43F0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00.00.0000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C496401-7B42-1743-BC22-1E050791CD1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Two, Three or Four Line Presentation Title Goes Here</a:t>
            </a:r>
          </a:p>
        </p:txBody>
      </p:sp>
    </p:spTree>
    <p:extLst>
      <p:ext uri="{BB962C8B-B14F-4D97-AF65-F5344CB8AC3E}">
        <p14:creationId xmlns:p14="http://schemas.microsoft.com/office/powerpoint/2010/main" val="18469488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C496401-7B42-1743-BC22-1E050791CD1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Two, Three or Four Line Presentation Title Goes Here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CB03377-4817-1146-B245-95491E9DAE6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Subtitle Goes Here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8BCE9B5-B0AC-8041-B4E7-4BC2AFB43F0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00.00.0000</a:t>
            </a:r>
          </a:p>
        </p:txBody>
      </p:sp>
    </p:spTree>
    <p:extLst>
      <p:ext uri="{BB962C8B-B14F-4D97-AF65-F5344CB8AC3E}">
        <p14:creationId xmlns:p14="http://schemas.microsoft.com/office/powerpoint/2010/main" val="23209008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CB03377-4817-1146-B245-95491E9DAE6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Subtitle Goes Here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8BCE9B5-B0AC-8041-B4E7-4BC2AFB43F0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00.00.0000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C496401-7B42-1743-BC22-1E050791CD1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Two or Three Line Presentation Title Goes Here</a:t>
            </a:r>
          </a:p>
        </p:txBody>
      </p:sp>
    </p:spTree>
    <p:extLst>
      <p:ext uri="{BB962C8B-B14F-4D97-AF65-F5344CB8AC3E}">
        <p14:creationId xmlns:p14="http://schemas.microsoft.com/office/powerpoint/2010/main" val="10366777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C496401-7B42-1743-BC22-1E050791CD1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Two or Three Line Presentation Title Goes Here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CB03377-4817-1146-B245-95491E9DAE6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Subtitle Goes Here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8BCE9B5-B0AC-8041-B4E7-4BC2AFB43F0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00.00.0000</a:t>
            </a:r>
          </a:p>
        </p:txBody>
      </p:sp>
    </p:spTree>
    <p:extLst>
      <p:ext uri="{BB962C8B-B14F-4D97-AF65-F5344CB8AC3E}">
        <p14:creationId xmlns:p14="http://schemas.microsoft.com/office/powerpoint/2010/main" val="22475834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C547576-6F5A-624F-B38A-A2CF376C4AF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Title Goes Here</a:t>
            </a:r>
          </a:p>
          <a:p>
            <a:r>
              <a:rPr lang="en-US" dirty="0"/>
              <a:t>Title Goes Here</a:t>
            </a:r>
          </a:p>
          <a:p>
            <a:r>
              <a:rPr lang="en-US" dirty="0"/>
              <a:t>Title Goes Here</a:t>
            </a:r>
          </a:p>
          <a:p>
            <a:r>
              <a:rPr lang="en-US" dirty="0"/>
              <a:t>Title Goes Here</a:t>
            </a:r>
          </a:p>
          <a:p>
            <a:r>
              <a:rPr lang="en-US" dirty="0"/>
              <a:t>Title Goes Here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C057BDF1-CE93-0B4B-983C-79D9D06A808E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/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633060D-7D4F-D847-AC02-C96847FA6A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E802810-07B1-3149-87DB-54754464A79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01</a:t>
            </a:r>
          </a:p>
          <a:p>
            <a:r>
              <a:rPr lang="en-US" dirty="0"/>
              <a:t>02</a:t>
            </a:r>
          </a:p>
          <a:p>
            <a:r>
              <a:rPr lang="en-US" dirty="0"/>
              <a:t>03</a:t>
            </a:r>
          </a:p>
          <a:p>
            <a:r>
              <a:rPr lang="en-US" dirty="0"/>
              <a:t>04</a:t>
            </a:r>
          </a:p>
          <a:p>
            <a:r>
              <a:rPr lang="en-US" dirty="0"/>
              <a:t>05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7C29A35-66DB-6742-B515-DFB8FD5209E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9E61589-955B-3549-AD19-CD847E0672FB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67089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C547576-6F5A-624F-B38A-A2CF376C4AF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Title Goes Here</a:t>
            </a:r>
          </a:p>
          <a:p>
            <a:r>
              <a:rPr lang="en-US" dirty="0"/>
              <a:t>Title Goes Here</a:t>
            </a:r>
          </a:p>
          <a:p>
            <a:r>
              <a:rPr lang="en-US" dirty="0"/>
              <a:t>Title Goes Here</a:t>
            </a:r>
          </a:p>
          <a:p>
            <a:r>
              <a:rPr lang="en-US" dirty="0"/>
              <a:t>Title Goes Here</a:t>
            </a:r>
          </a:p>
          <a:p>
            <a:r>
              <a:rPr lang="en-US" dirty="0"/>
              <a:t>Title Goes Here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633060D-7D4F-D847-AC02-C96847FA6A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E802810-07B1-3149-87DB-54754464A79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01</a:t>
            </a:r>
          </a:p>
          <a:p>
            <a:r>
              <a:rPr lang="en-US" dirty="0"/>
              <a:t>02</a:t>
            </a:r>
          </a:p>
          <a:p>
            <a:r>
              <a:rPr lang="en-US" dirty="0"/>
              <a:t>03</a:t>
            </a:r>
          </a:p>
          <a:p>
            <a:r>
              <a:rPr lang="en-US" dirty="0"/>
              <a:t>04</a:t>
            </a:r>
          </a:p>
          <a:p>
            <a:r>
              <a:rPr lang="en-US" dirty="0"/>
              <a:t>05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B70B429-F6BB-434C-B3CD-65E22DA522E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9E61589-955B-3549-AD19-CD847E0672FB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55674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5" descr="A picture containing person, dancer&#10;&#10;Description automatically generated">
            <a:extLst>
              <a:ext uri="{FF2B5EF4-FFF2-40B4-BE49-F238E27FC236}">
                <a16:creationId xmlns:a16="http://schemas.microsoft.com/office/drawing/2014/main" id="{82DF0011-B0EE-9F47-903A-1FD510ADB122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70000"/>
                    </a14:imgEffect>
                  </a14:imgLayer>
                </a14:imgProps>
              </a:ext>
            </a:extLst>
          </a:blip>
          <a:srcRect t="176" b="176"/>
          <a:stretch>
            <a:fillRect/>
          </a:stretch>
        </p:blipFill>
        <p:spPr/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916803-998A-054F-AAD5-F70CBF06B93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0#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4D0323-37D2-3742-B6C0-A4C0EAE4AA1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One or Two Line Section Title</a:t>
            </a:r>
          </a:p>
        </p:txBody>
      </p:sp>
    </p:spTree>
    <p:extLst>
      <p:ext uri="{BB962C8B-B14F-4D97-AF65-F5344CB8AC3E}">
        <p14:creationId xmlns:p14="http://schemas.microsoft.com/office/powerpoint/2010/main" val="41517808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C43904F-87F0-8D49-A7C8-5C8864060AF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01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438B7D-41D4-F54D-9C54-0B726F516DE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Section Header</a:t>
            </a:r>
          </a:p>
        </p:txBody>
      </p:sp>
    </p:spTree>
    <p:extLst>
      <p:ext uri="{BB962C8B-B14F-4D97-AF65-F5344CB8AC3E}">
        <p14:creationId xmlns:p14="http://schemas.microsoft.com/office/powerpoint/2010/main" val="21492268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C43904F-87F0-8D49-A7C8-5C8864060AF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01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438B7D-41D4-F54D-9C54-0B726F516DE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Section Header</a:t>
            </a:r>
          </a:p>
        </p:txBody>
      </p:sp>
    </p:spTree>
    <p:extLst>
      <p:ext uri="{BB962C8B-B14F-4D97-AF65-F5344CB8AC3E}">
        <p14:creationId xmlns:p14="http://schemas.microsoft.com/office/powerpoint/2010/main" val="376150407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C43904F-87F0-8D49-A7C8-5C8864060AF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01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438B7D-41D4-F54D-9C54-0B726F516DE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Section Header</a:t>
            </a:r>
          </a:p>
        </p:txBody>
      </p:sp>
    </p:spTree>
    <p:extLst>
      <p:ext uri="{BB962C8B-B14F-4D97-AF65-F5344CB8AC3E}">
        <p14:creationId xmlns:p14="http://schemas.microsoft.com/office/powerpoint/2010/main" val="47972320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5" descr="A picture containing person, dancer&#10;&#10;Description automatically generated">
            <a:extLst>
              <a:ext uri="{FF2B5EF4-FFF2-40B4-BE49-F238E27FC236}">
                <a16:creationId xmlns:a16="http://schemas.microsoft.com/office/drawing/2014/main" id="{16017EE7-7FCF-804F-9F45-B52F247C65E2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70000"/>
                    </a14:imgEffect>
                  </a14:imgLayer>
                </a14:imgProps>
              </a:ext>
            </a:extLst>
          </a:blip>
          <a:srcRect t="176" b="176"/>
          <a:stretch/>
        </p:blipFill>
        <p:spPr/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0A04692-9CA4-6E4E-ABB6-0C380EF9A44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01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020DE6-1F08-D54A-8E22-7ABB1DC2903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Section Header</a:t>
            </a:r>
          </a:p>
        </p:txBody>
      </p:sp>
    </p:spTree>
    <p:extLst>
      <p:ext uri="{BB962C8B-B14F-4D97-AF65-F5344CB8AC3E}">
        <p14:creationId xmlns:p14="http://schemas.microsoft.com/office/powerpoint/2010/main" val="81498090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8BE9624-4396-504F-BC33-F1F9AB63CB6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Quote or </a:t>
            </a:r>
          </a:p>
          <a:p>
            <a:r>
              <a:rPr lang="en-US" dirty="0"/>
              <a:t>Key Callout</a:t>
            </a:r>
          </a:p>
        </p:txBody>
      </p:sp>
    </p:spTree>
    <p:extLst>
      <p:ext uri="{BB962C8B-B14F-4D97-AF65-F5344CB8AC3E}">
        <p14:creationId xmlns:p14="http://schemas.microsoft.com/office/powerpoint/2010/main" val="118068148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8BE9624-4396-504F-BC33-F1F9AB63CB6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Quote or </a:t>
            </a:r>
          </a:p>
          <a:p>
            <a:r>
              <a:rPr lang="en-US" dirty="0"/>
              <a:t>Key Callout</a:t>
            </a:r>
          </a:p>
        </p:txBody>
      </p:sp>
    </p:spTree>
    <p:extLst>
      <p:ext uri="{BB962C8B-B14F-4D97-AF65-F5344CB8AC3E}">
        <p14:creationId xmlns:p14="http://schemas.microsoft.com/office/powerpoint/2010/main" val="318205679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734A91B-D2B5-3340-864A-CDB62C800C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Title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1289CB-6E20-424D-9B60-6A6E0C0C14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First level of text</a:t>
            </a:r>
          </a:p>
          <a:p>
            <a:pPr lvl="1"/>
            <a:r>
              <a:rPr lang="en-US" dirty="0"/>
              <a:t>Second level of text</a:t>
            </a:r>
          </a:p>
          <a:p>
            <a:pPr lvl="2"/>
            <a:r>
              <a:rPr lang="en-US" dirty="0"/>
              <a:t>Third level of text</a:t>
            </a:r>
          </a:p>
          <a:p>
            <a:pPr lvl="3"/>
            <a:r>
              <a:rPr lang="en-US" dirty="0"/>
              <a:t>Fourth level of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9FDFEB-E1B7-864E-B9E5-F981DE92625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E61589-955B-3549-AD19-CD847E0672FB}" type="slidenum">
              <a:rPr lang="en-US" smtClean="0"/>
              <a:pPr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096564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734A91B-D2B5-3340-864A-CDB62C800C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/>
                <a:cs typeface="Arial"/>
              </a:rPr>
              <a:t>Slide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8D25FA-EDFF-864D-A31E-BBA091C9208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E61589-955B-3549-AD19-CD847E0672FB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B50E5A90-2BCD-7041-8832-CE02A72049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825694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734A91B-D2B5-3340-864A-CDB62C800C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Title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1289CB-6E20-424D-9B60-6A6E0C0C14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First level of text</a:t>
            </a:r>
          </a:p>
          <a:p>
            <a:pPr lvl="1"/>
            <a:r>
              <a:rPr lang="en-US" dirty="0"/>
              <a:t>Second level of text</a:t>
            </a:r>
          </a:p>
          <a:p>
            <a:pPr lvl="2"/>
            <a:r>
              <a:rPr lang="en-US" dirty="0"/>
              <a:t>Third level of text</a:t>
            </a:r>
          </a:p>
          <a:p>
            <a:pPr lvl="3"/>
            <a:r>
              <a:rPr lang="en-US" dirty="0"/>
              <a:t>Fourth level of text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3A514DB-8289-074B-A3F5-5B3757C61C19}"/>
              </a:ext>
            </a:extLst>
          </p:cNvPr>
          <p:cNvSpPr>
            <a:spLocks noGrp="1"/>
          </p:cNvSpPr>
          <p:nvPr>
            <p:ph idx="11"/>
          </p:nvPr>
        </p:nvSpPr>
        <p:spPr/>
        <p:txBody>
          <a:bodyPr/>
          <a:lstStyle/>
          <a:p>
            <a:r>
              <a:rPr lang="en-US" dirty="0"/>
              <a:t>First level of text</a:t>
            </a:r>
          </a:p>
          <a:p>
            <a:pPr lvl="1"/>
            <a:r>
              <a:rPr lang="en-US" dirty="0"/>
              <a:t>Second level of text</a:t>
            </a:r>
          </a:p>
          <a:p>
            <a:pPr lvl="2"/>
            <a:r>
              <a:rPr lang="en-US" dirty="0"/>
              <a:t>Third level of text</a:t>
            </a:r>
          </a:p>
          <a:p>
            <a:pPr lvl="3"/>
            <a:r>
              <a:rPr lang="en-US" dirty="0"/>
              <a:t>Fourth level of text</a:t>
            </a:r>
          </a:p>
          <a:p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BD599A4-F778-BF49-8D05-C666647278C7}"/>
              </a:ext>
            </a:extLst>
          </p:cNvPr>
          <p:cNvSpPr>
            <a:spLocks noGrp="1"/>
          </p:cNvSpPr>
          <p:nvPr>
            <p:ph idx="12"/>
          </p:nvPr>
        </p:nvSpPr>
        <p:spPr/>
        <p:txBody>
          <a:bodyPr/>
          <a:lstStyle/>
          <a:p>
            <a:r>
              <a:rPr lang="en-US" dirty="0"/>
              <a:t>First level of text</a:t>
            </a:r>
          </a:p>
          <a:p>
            <a:pPr lvl="1"/>
            <a:r>
              <a:rPr lang="en-US" dirty="0"/>
              <a:t>Second level of text</a:t>
            </a:r>
          </a:p>
          <a:p>
            <a:pPr lvl="2"/>
            <a:r>
              <a:rPr lang="en-US" dirty="0"/>
              <a:t>Third level of text</a:t>
            </a:r>
          </a:p>
          <a:p>
            <a:pPr lvl="3"/>
            <a:r>
              <a:rPr lang="en-US" dirty="0"/>
              <a:t>Fourth level of text</a:t>
            </a:r>
          </a:p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13ECC3-77B8-154B-92B9-557532147F3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E61589-955B-3549-AD19-CD847E0672FB}" type="slidenum">
              <a:rPr lang="en-US" smtClean="0"/>
              <a:pPr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324666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734A91B-D2B5-3340-864A-CDB62C800C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Title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1289CB-6E20-424D-9B60-6A6E0C0C14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First level of text</a:t>
            </a:r>
          </a:p>
          <a:p>
            <a:pPr lvl="1"/>
            <a:r>
              <a:rPr lang="en-US" dirty="0"/>
              <a:t>Second level of text</a:t>
            </a:r>
          </a:p>
          <a:p>
            <a:pPr lvl="2"/>
            <a:r>
              <a:rPr lang="en-US" dirty="0"/>
              <a:t>Third level of text</a:t>
            </a:r>
          </a:p>
          <a:p>
            <a:pPr lvl="3"/>
            <a:r>
              <a:rPr lang="en-US" dirty="0"/>
              <a:t>Fourth level of text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8207328-222F-A54B-9BD9-12C7599A1B7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E61589-955B-3549-AD19-CD847E0672FB}" type="slidenum">
              <a:rPr lang="en-US" smtClean="0"/>
              <a:pPr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838437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734A91B-D2B5-3340-864A-CDB62C800C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Title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1289CB-6E20-424D-9B60-6A6E0C0C14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First level of text</a:t>
            </a:r>
          </a:p>
          <a:p>
            <a:pPr lvl="1"/>
            <a:r>
              <a:rPr lang="en-US" dirty="0"/>
              <a:t>Second level of text</a:t>
            </a:r>
          </a:p>
          <a:p>
            <a:pPr lvl="2"/>
            <a:r>
              <a:rPr lang="en-US" dirty="0"/>
              <a:t>Third level of text</a:t>
            </a:r>
          </a:p>
          <a:p>
            <a:pPr lvl="3"/>
            <a:r>
              <a:rPr lang="en-US" dirty="0"/>
              <a:t>Fourth level of text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3A514DB-8289-074B-A3F5-5B3757C61C19}"/>
              </a:ext>
            </a:extLst>
          </p:cNvPr>
          <p:cNvSpPr>
            <a:spLocks noGrp="1"/>
          </p:cNvSpPr>
          <p:nvPr>
            <p:ph idx="11"/>
          </p:nvPr>
        </p:nvSpPr>
        <p:spPr/>
        <p:txBody>
          <a:bodyPr/>
          <a:lstStyle/>
          <a:p>
            <a:r>
              <a:rPr lang="en-US" dirty="0"/>
              <a:t>First level of text</a:t>
            </a:r>
          </a:p>
          <a:p>
            <a:pPr lvl="1"/>
            <a:r>
              <a:rPr lang="en-US" dirty="0"/>
              <a:t>Second level of text</a:t>
            </a:r>
          </a:p>
          <a:p>
            <a:pPr lvl="2"/>
            <a:r>
              <a:rPr lang="en-US" dirty="0"/>
              <a:t>Third level of text</a:t>
            </a:r>
          </a:p>
          <a:p>
            <a:pPr lvl="3"/>
            <a:r>
              <a:rPr lang="en-US" dirty="0"/>
              <a:t>Fourth level of text</a:t>
            </a:r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B04A64-8B1D-5341-856C-E7A327FD7E4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E61589-955B-3549-AD19-CD847E0672FB}" type="slidenum">
              <a:rPr lang="en-US" smtClean="0"/>
              <a:pPr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600871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734A91B-D2B5-3340-864A-CDB62C800C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Title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1289CB-6E20-424D-9B60-6A6E0C0C14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First level of text</a:t>
            </a:r>
          </a:p>
          <a:p>
            <a:pPr lvl="1"/>
            <a:r>
              <a:rPr lang="en-US" dirty="0"/>
              <a:t>Second level of text</a:t>
            </a:r>
          </a:p>
          <a:p>
            <a:pPr lvl="2"/>
            <a:r>
              <a:rPr lang="en-US" dirty="0"/>
              <a:t>Third level of text</a:t>
            </a:r>
          </a:p>
          <a:p>
            <a:pPr lvl="3"/>
            <a:r>
              <a:rPr lang="en-US" dirty="0"/>
              <a:t>Fourth level of text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3A514DB-8289-074B-A3F5-5B3757C61C19}"/>
              </a:ext>
            </a:extLst>
          </p:cNvPr>
          <p:cNvSpPr>
            <a:spLocks noGrp="1"/>
          </p:cNvSpPr>
          <p:nvPr>
            <p:ph idx="11"/>
          </p:nvPr>
        </p:nvSpPr>
        <p:spPr/>
        <p:txBody>
          <a:bodyPr/>
          <a:lstStyle/>
          <a:p>
            <a:r>
              <a:rPr lang="en-US" dirty="0"/>
              <a:t>First level of text</a:t>
            </a:r>
          </a:p>
          <a:p>
            <a:pPr lvl="1"/>
            <a:r>
              <a:rPr lang="en-US" dirty="0"/>
              <a:t>Second level of text</a:t>
            </a:r>
          </a:p>
          <a:p>
            <a:pPr lvl="2"/>
            <a:r>
              <a:rPr lang="en-US" dirty="0"/>
              <a:t>Third level of text</a:t>
            </a:r>
          </a:p>
          <a:p>
            <a:pPr lvl="3"/>
            <a:r>
              <a:rPr lang="en-US" dirty="0"/>
              <a:t>Fourth level of text</a:t>
            </a:r>
          </a:p>
          <a:p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BD599A4-F778-BF49-8D05-C666647278C7}"/>
              </a:ext>
            </a:extLst>
          </p:cNvPr>
          <p:cNvSpPr>
            <a:spLocks noGrp="1"/>
          </p:cNvSpPr>
          <p:nvPr>
            <p:ph idx="12"/>
          </p:nvPr>
        </p:nvSpPr>
        <p:spPr/>
        <p:txBody>
          <a:bodyPr/>
          <a:lstStyle/>
          <a:p>
            <a:r>
              <a:rPr lang="en-US" dirty="0"/>
              <a:t>First level of text</a:t>
            </a:r>
          </a:p>
          <a:p>
            <a:pPr lvl="1"/>
            <a:r>
              <a:rPr lang="en-US" dirty="0"/>
              <a:t>Second level of text</a:t>
            </a:r>
          </a:p>
          <a:p>
            <a:pPr lvl="2"/>
            <a:r>
              <a:rPr lang="en-US" dirty="0"/>
              <a:t>Third level of text</a:t>
            </a:r>
          </a:p>
          <a:p>
            <a:pPr lvl="3"/>
            <a:r>
              <a:rPr lang="en-US" dirty="0"/>
              <a:t>Fourth level of text</a:t>
            </a:r>
          </a:p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E3A41A-FAD5-6A46-9E6F-F127C3F1EC5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E61589-955B-3549-AD19-CD847E0672FB}" type="slidenum">
              <a:rPr lang="en-US" smtClean="0"/>
              <a:pPr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990498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193C4211-C274-0B41-AC65-A17CC8A3DD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Title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5C16AE4-C5A3-3D41-8665-5611CE9016A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E61589-955B-3549-AD19-CD847E0672FB}" type="slidenum">
              <a:rPr lang="en-US" smtClean="0"/>
              <a:pPr/>
              <a:t>28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299870E-89CA-0A49-AB16-F8C1001280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First level of text</a:t>
            </a:r>
          </a:p>
          <a:p>
            <a:pPr lvl="1"/>
            <a:r>
              <a:rPr lang="en-US" dirty="0"/>
              <a:t>Second level of text</a:t>
            </a:r>
          </a:p>
          <a:p>
            <a:pPr lvl="2"/>
            <a:r>
              <a:rPr lang="en-US" dirty="0"/>
              <a:t>Third level of text</a:t>
            </a:r>
          </a:p>
          <a:p>
            <a:pPr lvl="3"/>
            <a:r>
              <a:rPr lang="en-US" dirty="0"/>
              <a:t>Fourth level of text</a:t>
            </a:r>
          </a:p>
        </p:txBody>
      </p:sp>
    </p:spTree>
    <p:extLst>
      <p:ext uri="{BB962C8B-B14F-4D97-AF65-F5344CB8AC3E}">
        <p14:creationId xmlns:p14="http://schemas.microsoft.com/office/powerpoint/2010/main" val="59056494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193C4211-C274-0B41-AC65-A17CC8A3DD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Title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5C16AE4-C5A3-3D41-8665-5611CE9016A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E61589-955B-3549-AD19-CD847E0672FB}" type="slidenum">
              <a:rPr lang="en-US" smtClean="0"/>
              <a:pPr/>
              <a:t>29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299870E-89CA-0A49-AB16-F8C1001280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First level of text</a:t>
            </a:r>
          </a:p>
          <a:p>
            <a:pPr lvl="1"/>
            <a:r>
              <a:rPr lang="en-US" dirty="0"/>
              <a:t>Second level of text</a:t>
            </a:r>
          </a:p>
          <a:p>
            <a:pPr lvl="2"/>
            <a:r>
              <a:rPr lang="en-US" dirty="0"/>
              <a:t>Third level of text</a:t>
            </a:r>
          </a:p>
          <a:p>
            <a:pPr lvl="3"/>
            <a:r>
              <a:rPr lang="en-US" dirty="0"/>
              <a:t>Fourth level of text</a:t>
            </a:r>
          </a:p>
        </p:txBody>
      </p:sp>
    </p:spTree>
    <p:extLst>
      <p:ext uri="{BB962C8B-B14F-4D97-AF65-F5344CB8AC3E}">
        <p14:creationId xmlns:p14="http://schemas.microsoft.com/office/powerpoint/2010/main" val="130929637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5" descr="A picture containing ground, outdoor, nature, coming&#10;&#10;Description automatically generated">
            <a:extLst>
              <a:ext uri="{FF2B5EF4-FFF2-40B4-BE49-F238E27FC236}">
                <a16:creationId xmlns:a16="http://schemas.microsoft.com/office/drawing/2014/main" id="{385CCFD3-FAC2-D141-84D3-A626BCD40747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 rotWithShape="1">
          <a:blip r:embed="rId2"/>
          <a:srcRect l="20123" r="20123"/>
          <a:stretch/>
        </p:blipFill>
        <p:spPr/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5C16AE4-C5A3-3D41-8665-5611CE9016A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E61589-955B-3549-AD19-CD847E0672FB}" type="slidenum">
              <a:rPr lang="en-US" smtClean="0"/>
              <a:pPr/>
              <a:t>30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299870E-89CA-0A49-AB16-F8C1001280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First level of text</a:t>
            </a:r>
          </a:p>
          <a:p>
            <a:pPr lvl="1"/>
            <a:r>
              <a:rPr lang="en-US" dirty="0"/>
              <a:t>Second level of text</a:t>
            </a:r>
          </a:p>
          <a:p>
            <a:pPr lvl="2"/>
            <a:r>
              <a:rPr lang="en-US" dirty="0"/>
              <a:t>Third level of text</a:t>
            </a:r>
          </a:p>
          <a:p>
            <a:pPr lvl="3"/>
            <a:r>
              <a:rPr lang="en-US" dirty="0"/>
              <a:t>Fourth level of text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193C4211-C274-0B41-AC65-A17CC8A3DD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Title</a:t>
            </a:r>
          </a:p>
        </p:txBody>
      </p:sp>
    </p:spTree>
    <p:extLst>
      <p:ext uri="{BB962C8B-B14F-4D97-AF65-F5344CB8AC3E}">
        <p14:creationId xmlns:p14="http://schemas.microsoft.com/office/powerpoint/2010/main" val="255100065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5" descr="A picture containing ground, outdoor, nature, coming&#10;&#10;Description automatically generated">
            <a:extLst>
              <a:ext uri="{FF2B5EF4-FFF2-40B4-BE49-F238E27FC236}">
                <a16:creationId xmlns:a16="http://schemas.microsoft.com/office/drawing/2014/main" id="{385CCFD3-FAC2-D141-84D3-A626BCD40747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2"/>
          <a:srcRect l="20123" r="20123"/>
          <a:stretch>
            <a:fillRect/>
          </a:stretch>
        </p:blipFill>
        <p:spPr/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5C16AE4-C5A3-3D41-8665-5611CE9016A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E61589-955B-3549-AD19-CD847E0672FB}" type="slidenum">
              <a:rPr lang="en-US" smtClean="0"/>
              <a:pPr/>
              <a:t>31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299870E-89CA-0A49-AB16-F8C1001280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First level of text</a:t>
            </a:r>
          </a:p>
          <a:p>
            <a:pPr lvl="1"/>
            <a:r>
              <a:rPr lang="en-US" dirty="0"/>
              <a:t>Second level of text</a:t>
            </a:r>
          </a:p>
          <a:p>
            <a:pPr lvl="2"/>
            <a:r>
              <a:rPr lang="en-US" dirty="0"/>
              <a:t>Third level of text</a:t>
            </a:r>
          </a:p>
          <a:p>
            <a:pPr lvl="3"/>
            <a:r>
              <a:rPr lang="en-US" dirty="0"/>
              <a:t>Fourth level of text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193C4211-C274-0B41-AC65-A17CC8A3DD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Title</a:t>
            </a:r>
          </a:p>
        </p:txBody>
      </p:sp>
    </p:spTree>
    <p:extLst>
      <p:ext uri="{BB962C8B-B14F-4D97-AF65-F5344CB8AC3E}">
        <p14:creationId xmlns:p14="http://schemas.microsoft.com/office/powerpoint/2010/main" val="205322766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299870E-89CA-0A49-AB16-F8C1001280C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First level of text</a:t>
            </a:r>
          </a:p>
          <a:p>
            <a:pPr lvl="1"/>
            <a:r>
              <a:rPr lang="en-US" dirty="0"/>
              <a:t>Second level of text</a:t>
            </a:r>
          </a:p>
          <a:p>
            <a:pPr lvl="2"/>
            <a:r>
              <a:rPr lang="en-US" dirty="0"/>
              <a:t>Third level of text</a:t>
            </a:r>
          </a:p>
          <a:p>
            <a:pPr lvl="3"/>
            <a:r>
              <a:rPr lang="en-US" dirty="0"/>
              <a:t>Fourth level of text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5C16AE4-C5A3-3D41-8665-5611CE9016A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E61589-955B-3549-AD19-CD847E0672FB}" type="slidenum">
              <a:rPr lang="en-US" smtClean="0"/>
              <a:pPr/>
              <a:t>32</a:t>
            </a:fld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193C4211-C274-0B41-AC65-A17CC8A3DD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Title</a:t>
            </a:r>
          </a:p>
        </p:txBody>
      </p:sp>
      <p:graphicFrame>
        <p:nvGraphicFramePr>
          <p:cNvPr id="5" name="Chart Placeholder 4">
            <a:extLst>
              <a:ext uri="{FF2B5EF4-FFF2-40B4-BE49-F238E27FC236}">
                <a16:creationId xmlns:a16="http://schemas.microsoft.com/office/drawing/2014/main" id="{3F96E91F-DB1B-8749-BAEC-A15329CCB9F3}"/>
              </a:ext>
            </a:extLst>
          </p:cNvPr>
          <p:cNvGraphicFramePr>
            <a:graphicFrameLocks noGrp="1"/>
          </p:cNvGraphicFramePr>
          <p:nvPr>
            <p:ph type="chart" sz="quarter" idx="14"/>
            <p:extLst>
              <p:ext uri="{D42A27DB-BD31-4B8C-83A1-F6EECF244321}">
                <p14:modId xmlns:p14="http://schemas.microsoft.com/office/powerpoint/2010/main" val="3200382933"/>
              </p:ext>
            </p:extLst>
          </p:nvPr>
        </p:nvGraphicFramePr>
        <p:xfrm>
          <a:off x="6457950" y="1482725"/>
          <a:ext cx="5345113" cy="43846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37356226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8B7B4B2-9907-6542-8CA4-0E02052C118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First level of text</a:t>
            </a:r>
          </a:p>
          <a:p>
            <a:pPr lvl="1"/>
            <a:r>
              <a:rPr lang="en-US" dirty="0"/>
              <a:t>Second level of text</a:t>
            </a:r>
          </a:p>
          <a:p>
            <a:pPr lvl="2"/>
            <a:r>
              <a:rPr lang="en-US" dirty="0"/>
              <a:t>Third level of text</a:t>
            </a:r>
          </a:p>
          <a:p>
            <a:pPr lvl="3"/>
            <a:r>
              <a:rPr lang="en-US" dirty="0"/>
              <a:t>Fourth level of text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B4A5D93-2A30-0148-8AD3-2108726F359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E61589-955B-3549-AD19-CD847E0672FB}" type="slidenum">
              <a:rPr lang="en-US" smtClean="0"/>
              <a:pPr/>
              <a:t>33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ABA0C44-DDB5-3444-A751-2B49B75E74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Title</a:t>
            </a:r>
          </a:p>
        </p:txBody>
      </p:sp>
      <p:graphicFrame>
        <p:nvGraphicFramePr>
          <p:cNvPr id="6" name="Chart Placeholder 5">
            <a:extLst>
              <a:ext uri="{FF2B5EF4-FFF2-40B4-BE49-F238E27FC236}">
                <a16:creationId xmlns:a16="http://schemas.microsoft.com/office/drawing/2014/main" id="{7AAEAACA-BC14-8646-9139-8CC3ADD5309C}"/>
              </a:ext>
            </a:extLst>
          </p:cNvPr>
          <p:cNvGraphicFramePr>
            <a:graphicFrameLocks noGrp="1"/>
          </p:cNvGraphicFramePr>
          <p:nvPr>
            <p:ph type="chart" sz="quarter" idx="14"/>
            <p:extLst>
              <p:ext uri="{D42A27DB-BD31-4B8C-83A1-F6EECF244321}">
                <p14:modId xmlns:p14="http://schemas.microsoft.com/office/powerpoint/2010/main" val="2813140294"/>
              </p:ext>
            </p:extLst>
          </p:nvPr>
        </p:nvGraphicFramePr>
        <p:xfrm>
          <a:off x="6457950" y="1482725"/>
          <a:ext cx="5345113" cy="43846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02593188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2838D581-89C9-9E49-BCF4-0766E43339E3}"/>
              </a:ext>
            </a:extLst>
          </p:cNvPr>
          <p:cNvGraphicFramePr>
            <a:graphicFrameLocks noGrp="1"/>
          </p:cNvGraphicFramePr>
          <p:nvPr>
            <p:ph type="tbl" sz="quarter" idx="15"/>
            <p:extLst>
              <p:ext uri="{D42A27DB-BD31-4B8C-83A1-F6EECF244321}">
                <p14:modId xmlns:p14="http://schemas.microsoft.com/office/powerpoint/2010/main" val="4291946283"/>
              </p:ext>
            </p:extLst>
          </p:nvPr>
        </p:nvGraphicFramePr>
        <p:xfrm>
          <a:off x="6457950" y="1482724"/>
          <a:ext cx="5345112" cy="3776661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336278">
                  <a:extLst>
                    <a:ext uri="{9D8B030D-6E8A-4147-A177-3AD203B41FA5}">
                      <a16:colId xmlns:a16="http://schemas.microsoft.com/office/drawing/2014/main" val="245964702"/>
                    </a:ext>
                  </a:extLst>
                </a:gridCol>
                <a:gridCol w="1336278">
                  <a:extLst>
                    <a:ext uri="{9D8B030D-6E8A-4147-A177-3AD203B41FA5}">
                      <a16:colId xmlns:a16="http://schemas.microsoft.com/office/drawing/2014/main" val="3357220094"/>
                    </a:ext>
                  </a:extLst>
                </a:gridCol>
                <a:gridCol w="1336278">
                  <a:extLst>
                    <a:ext uri="{9D8B030D-6E8A-4147-A177-3AD203B41FA5}">
                      <a16:colId xmlns:a16="http://schemas.microsoft.com/office/drawing/2014/main" val="2089902167"/>
                    </a:ext>
                  </a:extLst>
                </a:gridCol>
                <a:gridCol w="1336278">
                  <a:extLst>
                    <a:ext uri="{9D8B030D-6E8A-4147-A177-3AD203B41FA5}">
                      <a16:colId xmlns:a16="http://schemas.microsoft.com/office/drawing/2014/main" val="1057554880"/>
                    </a:ext>
                  </a:extLst>
                </a:gridCol>
              </a:tblGrid>
              <a:tr h="419629">
                <a:tc>
                  <a:txBody>
                    <a:bodyPr/>
                    <a:lstStyle/>
                    <a:p>
                      <a:r>
                        <a:rPr lang="en-US" sz="1400" dirty="0"/>
                        <a:t>Lorem Ipsum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+mn-ea"/>
                          <a:cs typeface="+mn-cs"/>
                        </a:rPr>
                        <a:t>Lorem Ipsum</a:t>
                      </a:r>
                      <a:endParaRPr kumimoji="0" lang="en-US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Arial" panose="020B060402020202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+mn-ea"/>
                          <a:cs typeface="+mn-cs"/>
                        </a:rPr>
                        <a:t>Lorem Ipsum</a:t>
                      </a:r>
                      <a:endParaRPr kumimoji="0" lang="en-US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Arial" panose="020B060402020202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+mn-ea"/>
                          <a:cs typeface="+mn-cs"/>
                        </a:rPr>
                        <a:t>Lorem Ipsum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4823161"/>
                  </a:ext>
                </a:extLst>
              </a:tr>
              <a:tr h="41962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10101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+mn-ea"/>
                          <a:cs typeface="+mn-cs"/>
                        </a:rPr>
                        <a:t>Lorem Ipsum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10101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+mn-ea"/>
                          <a:cs typeface="+mn-cs"/>
                        </a:rPr>
                        <a:t>Lorem Ipsum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10101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+mn-ea"/>
                          <a:cs typeface="+mn-cs"/>
                        </a:rPr>
                        <a:t>Lorem Ipsum</a:t>
                      </a:r>
                      <a:endParaRPr kumimoji="0" 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10101"/>
                        </a:solidFill>
                        <a:effectLst/>
                        <a:uLnTx/>
                        <a:uFillTx/>
                        <a:latin typeface="Arial" panose="020B0604020202020204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10101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+mn-ea"/>
                          <a:cs typeface="+mn-cs"/>
                        </a:rPr>
                        <a:t>Lorem Ipsum</a:t>
                      </a:r>
                      <a:endParaRPr kumimoji="0" 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10101"/>
                        </a:solidFill>
                        <a:effectLst/>
                        <a:uLnTx/>
                        <a:uFillTx/>
                        <a:latin typeface="Arial" panose="020B0604020202020204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10469020"/>
                  </a:ext>
                </a:extLst>
              </a:tr>
              <a:tr h="41962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10101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+mn-ea"/>
                          <a:cs typeface="+mn-cs"/>
                        </a:rPr>
                        <a:t>Lorem Ipsum</a:t>
                      </a:r>
                      <a:endParaRPr kumimoji="0" 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10101"/>
                        </a:solidFill>
                        <a:effectLst/>
                        <a:uLnTx/>
                        <a:uFillTx/>
                        <a:latin typeface="Arial" panose="020B0604020202020204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10101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+mn-ea"/>
                          <a:cs typeface="+mn-cs"/>
                        </a:rPr>
                        <a:t>Lorem Ipsum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10101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+mn-ea"/>
                          <a:cs typeface="+mn-cs"/>
                        </a:rPr>
                        <a:t>Lorem Ipsum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10101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+mn-ea"/>
                          <a:cs typeface="+mn-cs"/>
                        </a:rPr>
                        <a:t>Lorem Ipsum</a:t>
                      </a:r>
                      <a:endParaRPr kumimoji="0" 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10101"/>
                        </a:solidFill>
                        <a:effectLst/>
                        <a:uLnTx/>
                        <a:uFillTx/>
                        <a:latin typeface="Arial" panose="020B0604020202020204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9791314"/>
                  </a:ext>
                </a:extLst>
              </a:tr>
              <a:tr h="41962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10101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+mn-ea"/>
                          <a:cs typeface="+mn-cs"/>
                        </a:rPr>
                        <a:t>Lorem Ipsum</a:t>
                      </a:r>
                      <a:endParaRPr kumimoji="0" 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10101"/>
                        </a:solidFill>
                        <a:effectLst/>
                        <a:uLnTx/>
                        <a:uFillTx/>
                        <a:latin typeface="Arial" panose="020B0604020202020204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10101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+mn-ea"/>
                          <a:cs typeface="+mn-cs"/>
                        </a:rPr>
                        <a:t>Lorem Ipsum</a:t>
                      </a:r>
                      <a:endParaRPr kumimoji="0" 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10101"/>
                        </a:solidFill>
                        <a:effectLst/>
                        <a:uLnTx/>
                        <a:uFillTx/>
                        <a:latin typeface="Arial" panose="020B0604020202020204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10101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+mn-ea"/>
                          <a:cs typeface="+mn-cs"/>
                        </a:rPr>
                        <a:t>Lorem Ipsum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10101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+mn-ea"/>
                          <a:cs typeface="+mn-cs"/>
                        </a:rPr>
                        <a:t>Lorem Ipsum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19988908"/>
                  </a:ext>
                </a:extLst>
              </a:tr>
              <a:tr h="41962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10101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+mn-ea"/>
                          <a:cs typeface="+mn-cs"/>
                        </a:rPr>
                        <a:t>Lorem Ipsum</a:t>
                      </a:r>
                      <a:endParaRPr kumimoji="0" 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10101"/>
                        </a:solidFill>
                        <a:effectLst/>
                        <a:uLnTx/>
                        <a:uFillTx/>
                        <a:latin typeface="Arial" panose="020B0604020202020204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10101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+mn-ea"/>
                          <a:cs typeface="+mn-cs"/>
                        </a:rPr>
                        <a:t>Lorem Ipsum</a:t>
                      </a:r>
                      <a:endParaRPr kumimoji="0" 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10101"/>
                        </a:solidFill>
                        <a:effectLst/>
                        <a:uLnTx/>
                        <a:uFillTx/>
                        <a:latin typeface="Arial" panose="020B0604020202020204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10101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+mn-ea"/>
                          <a:cs typeface="+mn-cs"/>
                        </a:rPr>
                        <a:t>Lorem Ipsum</a:t>
                      </a:r>
                      <a:endParaRPr kumimoji="0" 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10101"/>
                        </a:solidFill>
                        <a:effectLst/>
                        <a:uLnTx/>
                        <a:uFillTx/>
                        <a:latin typeface="Arial" panose="020B0604020202020204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10101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+mn-ea"/>
                          <a:cs typeface="+mn-cs"/>
                        </a:rPr>
                        <a:t>Lorem Ipsum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98891536"/>
                  </a:ext>
                </a:extLst>
              </a:tr>
              <a:tr h="41962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10101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+mn-ea"/>
                          <a:cs typeface="+mn-cs"/>
                        </a:rPr>
                        <a:t>Lorem Ipsum</a:t>
                      </a:r>
                      <a:endParaRPr kumimoji="0" 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10101"/>
                        </a:solidFill>
                        <a:effectLst/>
                        <a:uLnTx/>
                        <a:uFillTx/>
                        <a:latin typeface="Arial" panose="020B0604020202020204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10101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+mn-ea"/>
                          <a:cs typeface="+mn-cs"/>
                        </a:rPr>
                        <a:t>Lorem Ipsum</a:t>
                      </a:r>
                      <a:endParaRPr kumimoji="0" 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10101"/>
                        </a:solidFill>
                        <a:effectLst/>
                        <a:uLnTx/>
                        <a:uFillTx/>
                        <a:latin typeface="Arial" panose="020B0604020202020204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10101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+mn-ea"/>
                          <a:cs typeface="+mn-cs"/>
                        </a:rPr>
                        <a:t>Lorem Ipsum</a:t>
                      </a:r>
                      <a:endParaRPr kumimoji="0" 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10101"/>
                        </a:solidFill>
                        <a:effectLst/>
                        <a:uLnTx/>
                        <a:uFillTx/>
                        <a:latin typeface="Arial" panose="020B0604020202020204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10101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+mn-ea"/>
                          <a:cs typeface="+mn-cs"/>
                        </a:rPr>
                        <a:t>Lorem Ipsum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90957116"/>
                  </a:ext>
                </a:extLst>
              </a:tr>
              <a:tr h="41962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10101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+mn-ea"/>
                          <a:cs typeface="+mn-cs"/>
                        </a:rPr>
                        <a:t>Lorem Ipsum</a:t>
                      </a:r>
                      <a:endParaRPr kumimoji="0" 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10101"/>
                        </a:solidFill>
                        <a:effectLst/>
                        <a:uLnTx/>
                        <a:uFillTx/>
                        <a:latin typeface="Arial" panose="020B0604020202020204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10101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+mn-ea"/>
                          <a:cs typeface="+mn-cs"/>
                        </a:rPr>
                        <a:t>Lorem Ipsum</a:t>
                      </a:r>
                      <a:endParaRPr kumimoji="0" 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10101"/>
                        </a:solidFill>
                        <a:effectLst/>
                        <a:uLnTx/>
                        <a:uFillTx/>
                        <a:latin typeface="Arial" panose="020B0604020202020204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10101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+mn-ea"/>
                          <a:cs typeface="+mn-cs"/>
                        </a:rPr>
                        <a:t>Lorem Ipsum</a:t>
                      </a:r>
                      <a:endParaRPr kumimoji="0" 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10101"/>
                        </a:solidFill>
                        <a:effectLst/>
                        <a:uLnTx/>
                        <a:uFillTx/>
                        <a:latin typeface="Arial" panose="020B0604020202020204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10101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+mn-ea"/>
                          <a:cs typeface="+mn-cs"/>
                        </a:rPr>
                        <a:t>Lorem Ipsum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458948"/>
                  </a:ext>
                </a:extLst>
              </a:tr>
              <a:tr h="41962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10101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+mn-ea"/>
                          <a:cs typeface="+mn-cs"/>
                        </a:rPr>
                        <a:t>Lorem Ipsum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10101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+mn-ea"/>
                          <a:cs typeface="+mn-cs"/>
                        </a:rPr>
                        <a:t>Lorem Ipsum</a:t>
                      </a:r>
                      <a:endParaRPr kumimoji="0" 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10101"/>
                        </a:solidFill>
                        <a:effectLst/>
                        <a:uLnTx/>
                        <a:uFillTx/>
                        <a:latin typeface="Arial" panose="020B0604020202020204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10101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+mn-ea"/>
                          <a:cs typeface="+mn-cs"/>
                        </a:rPr>
                        <a:t>Lorem Ipsum</a:t>
                      </a:r>
                      <a:endParaRPr kumimoji="0" 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10101"/>
                        </a:solidFill>
                        <a:effectLst/>
                        <a:uLnTx/>
                        <a:uFillTx/>
                        <a:latin typeface="Arial" panose="020B0604020202020204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10101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+mn-ea"/>
                          <a:cs typeface="+mn-cs"/>
                        </a:rPr>
                        <a:t>Lorem Ipsum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51017378"/>
                  </a:ext>
                </a:extLst>
              </a:tr>
              <a:tr h="41962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10101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+mn-ea"/>
                          <a:cs typeface="+mn-cs"/>
                        </a:rPr>
                        <a:t>Lorem Ipsum</a:t>
                      </a:r>
                      <a:endParaRPr kumimoji="0" 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10101"/>
                        </a:solidFill>
                        <a:effectLst/>
                        <a:uLnTx/>
                        <a:uFillTx/>
                        <a:latin typeface="Arial" panose="020B0604020202020204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10101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+mn-ea"/>
                          <a:cs typeface="+mn-cs"/>
                        </a:rPr>
                        <a:t>Lorem Ipsum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10101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+mn-ea"/>
                          <a:cs typeface="+mn-cs"/>
                        </a:rPr>
                        <a:t>Lorem Ipsum</a:t>
                      </a:r>
                      <a:endParaRPr kumimoji="0" 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10101"/>
                        </a:solidFill>
                        <a:effectLst/>
                        <a:uLnTx/>
                        <a:uFillTx/>
                        <a:latin typeface="Arial" panose="020B0604020202020204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10101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+mn-ea"/>
                          <a:cs typeface="+mn-cs"/>
                        </a:rPr>
                        <a:t>Lorem Ipsum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92038170"/>
                  </a:ext>
                </a:extLst>
              </a:tr>
            </a:tbl>
          </a:graphicData>
        </a:graphic>
      </p:graphicFrame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299870E-89CA-0A49-AB16-F8C1001280C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First level of text</a:t>
            </a:r>
          </a:p>
          <a:p>
            <a:pPr lvl="1"/>
            <a:r>
              <a:rPr lang="en-US" dirty="0"/>
              <a:t>Second level of text</a:t>
            </a:r>
          </a:p>
          <a:p>
            <a:pPr lvl="2"/>
            <a:r>
              <a:rPr lang="en-US" dirty="0"/>
              <a:t>Third level of text</a:t>
            </a:r>
          </a:p>
          <a:p>
            <a:pPr lvl="3"/>
            <a:r>
              <a:rPr lang="en-US" dirty="0"/>
              <a:t>Fourth level of text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5C16AE4-C5A3-3D41-8665-5611CE9016A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E61589-955B-3549-AD19-CD847E0672FB}" type="slidenum">
              <a:rPr lang="en-US" smtClean="0"/>
              <a:pPr/>
              <a:t>34</a:t>
            </a:fld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193C4211-C274-0B41-AC65-A17CC8A3DD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Title</a:t>
            </a:r>
          </a:p>
        </p:txBody>
      </p:sp>
    </p:spTree>
    <p:extLst>
      <p:ext uri="{BB962C8B-B14F-4D97-AF65-F5344CB8AC3E}">
        <p14:creationId xmlns:p14="http://schemas.microsoft.com/office/powerpoint/2010/main" val="419193926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71AF77AB-BBED-A04F-8A3D-4CE4198D5B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D1A59F-38BD-6443-A26A-788B762CE28A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663363" y="6259513"/>
            <a:ext cx="528637" cy="365125"/>
          </a:xfrm>
        </p:spPr>
        <p:txBody>
          <a:bodyPr/>
          <a:lstStyle/>
          <a:p>
            <a:fld id="{99E61589-955B-3549-AD19-CD847E0672FB}" type="slidenum">
              <a:rPr lang="en-US" smtClean="0"/>
              <a:pPr/>
              <a:t>35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762506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ECC4C5-209E-3F4D-9FC3-62F376364F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5913" y="681039"/>
            <a:ext cx="6616333" cy="801442"/>
          </a:xfrm>
        </p:spPr>
        <p:txBody>
          <a:bodyPr/>
          <a:lstStyle/>
          <a:p>
            <a:r>
              <a:rPr lang="en-US" dirty="0"/>
              <a:t>How To Drag and Drop a Photo into a Cover Slide and Change Brightness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5C8ADAD-83BA-FD44-BB56-49ED591255E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E61589-955B-3549-AD19-CD847E0672FB}" type="slidenum">
              <a:rPr lang="en-US" smtClean="0"/>
              <a:pPr/>
              <a:t>36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18A6AD-4DB2-6743-BA40-FD5BFD3EAB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sz="1400" dirty="0"/>
              <a:t>Insert a new cover slide from the “New Slide” layout options.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1400" dirty="0"/>
              <a:t>Drag a photo from your own files.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1400" dirty="0"/>
              <a:t>Once the photo is inserted, right click on the photo.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1400" dirty="0"/>
              <a:t>From the drop-down box, click “Format Picture.”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1400" dirty="0"/>
              <a:t>On the right-hand side of your screen, the Format Picture ribbon will appear. Click on the picture with mountains icon.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1400" dirty="0"/>
              <a:t>Under “Picture Corrections, set the brightness of the photo      to -70%.</a:t>
            </a:r>
          </a:p>
          <a:p>
            <a:endParaRPr lang="en-US" sz="1400" dirty="0"/>
          </a:p>
          <a:p>
            <a:pPr marL="457200" indent="-457200">
              <a:buFont typeface="+mj-lt"/>
              <a:buAutoNum type="arabicPeriod"/>
            </a:pPr>
            <a:endParaRPr lang="en-US" sz="1400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E577B3BF-BB6D-344D-9C11-5FB8DDD047AD}"/>
              </a:ext>
            </a:extLst>
          </p:cNvPr>
          <p:cNvSpPr/>
          <p:nvPr/>
        </p:nvSpPr>
        <p:spPr>
          <a:xfrm>
            <a:off x="6184128" y="2091021"/>
            <a:ext cx="275303" cy="27530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15437D4-E52F-B846-9B73-995E697A7726}"/>
              </a:ext>
            </a:extLst>
          </p:cNvPr>
          <p:cNvSpPr/>
          <p:nvPr/>
        </p:nvSpPr>
        <p:spPr>
          <a:xfrm>
            <a:off x="6184127" y="3153697"/>
            <a:ext cx="275303" cy="27530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666C5B1-432B-1B40-AAF4-A675A37BA879}"/>
              </a:ext>
            </a:extLst>
          </p:cNvPr>
          <p:cNvSpPr/>
          <p:nvPr/>
        </p:nvSpPr>
        <p:spPr>
          <a:xfrm>
            <a:off x="6184126" y="4216373"/>
            <a:ext cx="275303" cy="27530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AAEF4CA-0FD7-2A4A-997E-3E947FC3112D}"/>
              </a:ext>
            </a:extLst>
          </p:cNvPr>
          <p:cNvSpPr/>
          <p:nvPr/>
        </p:nvSpPr>
        <p:spPr>
          <a:xfrm>
            <a:off x="6184126" y="5279049"/>
            <a:ext cx="275303" cy="27530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6</a:t>
            </a:r>
          </a:p>
        </p:txBody>
      </p:sp>
      <p:pic>
        <p:nvPicPr>
          <p:cNvPr id="11" name="Picture 10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4E49BC71-73D9-2D48-8BFB-B2D2B45F93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9641" y="1814841"/>
            <a:ext cx="2453353" cy="864911"/>
          </a:xfrm>
          <a:prstGeom prst="rect">
            <a:avLst/>
          </a:prstGeom>
        </p:spPr>
      </p:pic>
      <p:pic>
        <p:nvPicPr>
          <p:cNvPr id="12" name="Picture 11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0D015D95-CD52-CB4E-A9F3-1995C52D973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66058" b="15529"/>
          <a:stretch/>
        </p:blipFill>
        <p:spPr>
          <a:xfrm>
            <a:off x="6749641" y="2868543"/>
            <a:ext cx="2453353" cy="765777"/>
          </a:xfrm>
          <a:prstGeom prst="rect">
            <a:avLst/>
          </a:prstGeom>
        </p:spPr>
      </p:pic>
      <p:pic>
        <p:nvPicPr>
          <p:cNvPr id="14" name="Picture 13" descr="Graphical user interface, application, Teams&#10;&#10;Description automatically generated">
            <a:extLst>
              <a:ext uri="{FF2B5EF4-FFF2-40B4-BE49-F238E27FC236}">
                <a16:creationId xmlns:a16="http://schemas.microsoft.com/office/drawing/2014/main" id="{EA1DC9D1-7115-DD41-9039-D574ACFE7B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9641" y="3907476"/>
            <a:ext cx="2453353" cy="740028"/>
          </a:xfrm>
          <a:prstGeom prst="rect">
            <a:avLst/>
          </a:prstGeom>
        </p:spPr>
      </p:pic>
      <p:pic>
        <p:nvPicPr>
          <p:cNvPr id="16" name="Picture 15" descr="Timeline&#10;&#10;Description automatically generated">
            <a:extLst>
              <a:ext uri="{FF2B5EF4-FFF2-40B4-BE49-F238E27FC236}">
                <a16:creationId xmlns:a16="http://schemas.microsoft.com/office/drawing/2014/main" id="{F03381EF-A453-F840-BCD5-0ECC620E528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49641" y="4893467"/>
            <a:ext cx="2453353" cy="1014607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C566C5AC-B193-F045-BA83-FCAB1AFEB9C1}"/>
              </a:ext>
            </a:extLst>
          </p:cNvPr>
          <p:cNvSpPr/>
          <p:nvPr/>
        </p:nvSpPr>
        <p:spPr>
          <a:xfrm>
            <a:off x="7842738" y="2041665"/>
            <a:ext cx="601785" cy="588731"/>
          </a:xfrm>
          <a:prstGeom prst="rect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5BF0EDD-2161-1249-AD45-1A68759274C8}"/>
              </a:ext>
            </a:extLst>
          </p:cNvPr>
          <p:cNvSpPr/>
          <p:nvPr/>
        </p:nvSpPr>
        <p:spPr>
          <a:xfrm>
            <a:off x="6932246" y="3153697"/>
            <a:ext cx="1989016" cy="199103"/>
          </a:xfrm>
          <a:prstGeom prst="rect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204CC36-B5D2-CC43-935F-BB3D204DF74A}"/>
              </a:ext>
            </a:extLst>
          </p:cNvPr>
          <p:cNvSpPr/>
          <p:nvPr/>
        </p:nvSpPr>
        <p:spPr>
          <a:xfrm>
            <a:off x="7897446" y="4277490"/>
            <a:ext cx="324339" cy="310141"/>
          </a:xfrm>
          <a:prstGeom prst="rect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6A80AF1-9CBE-E544-B1BC-57EF3D9A8B5E}"/>
              </a:ext>
            </a:extLst>
          </p:cNvPr>
          <p:cNvSpPr/>
          <p:nvPr/>
        </p:nvSpPr>
        <p:spPr>
          <a:xfrm>
            <a:off x="6815015" y="5365262"/>
            <a:ext cx="2317262" cy="250092"/>
          </a:xfrm>
          <a:prstGeom prst="rect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1912035155"/>
      </p:ext>
    </p:extLst>
  </p:cSld>
  <p:clrMapOvr>
    <a:masterClrMapping/>
  </p:clrMapOvr>
</p:sld>
</file>

<file path=ppt/theme/theme1.xml><?xml version="1.0" encoding="utf-8"?>
<a:theme xmlns:a="http://schemas.openxmlformats.org/drawingml/2006/main" name="Anheuser-Busch Custom Template">
  <a:themeElements>
    <a:clrScheme name="Anheuser-Busch Color Palette 2">
      <a:dk1>
        <a:srgbClr val="010101"/>
      </a:dk1>
      <a:lt1>
        <a:srgbClr val="FFFFFF"/>
      </a:lt1>
      <a:dk2>
        <a:srgbClr val="D3A238"/>
      </a:dk2>
      <a:lt2>
        <a:srgbClr val="F2F2F2"/>
      </a:lt2>
      <a:accent1>
        <a:srgbClr val="F5DF02"/>
      </a:accent1>
      <a:accent2>
        <a:srgbClr val="E3C120"/>
      </a:accent2>
      <a:accent3>
        <a:srgbClr val="274F31"/>
      </a:accent3>
      <a:accent4>
        <a:srgbClr val="284F6D"/>
      </a:accent4>
      <a:accent5>
        <a:srgbClr val="4F4566"/>
      </a:accent5>
      <a:accent6>
        <a:srgbClr val="77312C"/>
      </a:accent6>
      <a:hlink>
        <a:srgbClr val="594B32"/>
      </a:hlink>
      <a:folHlink>
        <a:srgbClr val="4D4D4D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673f38ee-3e59-4839-ba55-f6e4f28b4b99" xsi:nil="true"/>
    <lcf76f155ced4ddcb4097134ff3c332f xmlns="f2811dc0-4840-4a4e-9e5f-2ab8c8052963">
      <Terms xmlns="http://schemas.microsoft.com/office/infopath/2007/PartnerControls"/>
    </lcf76f155ced4ddcb4097134ff3c332f>
    <TranslatedLang xmlns="f2811dc0-4840-4a4e-9e5f-2ab8c8052963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5D40A854D5DEFA4FA28F16BD5ADF8692" ma:contentTypeVersion="20" ma:contentTypeDescription="Crie um novo documento." ma:contentTypeScope="" ma:versionID="3e0418ecb6d601832102a86fc73e15c9">
  <xsd:schema xmlns:xsd="http://www.w3.org/2001/XMLSchema" xmlns:xs="http://www.w3.org/2001/XMLSchema" xmlns:p="http://schemas.microsoft.com/office/2006/metadata/properties" xmlns:ns2="f2811dc0-4840-4a4e-9e5f-2ab8c8052963" xmlns:ns3="673f38ee-3e59-4839-ba55-f6e4f28b4b99" targetNamespace="http://schemas.microsoft.com/office/2006/metadata/properties" ma:root="true" ma:fieldsID="0ae206ecb6566153122bd2f273ebce99" ns2:_="" ns3:_="">
    <xsd:import namespace="f2811dc0-4840-4a4e-9e5f-2ab8c8052963"/>
    <xsd:import namespace="673f38ee-3e59-4839-ba55-f6e4f28b4b9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  <xsd:element ref="ns2:TranslatedLang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2811dc0-4840-4a4e-9e5f-2ab8c805296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Marcações de imagem" ma:readOnly="false" ma:fieldId="{5cf76f15-5ced-4ddc-b409-7134ff3c332f}" ma:taxonomyMulti="true" ma:sspId="2e2deea9-f698-482e-8f77-105b59b605f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  <xsd:element name="TranslatedLang" ma:index="27" nillable="true" ma:displayName="Translated Language" ma:internalName="TranslatedLang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73f38ee-3e59-4839-ba55-f6e4f28b4b99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b7094fa1-f839-4670-9253-905c19fb261c}" ma:internalName="TaxCatchAll" ma:showField="CatchAllData" ma:web="673f38ee-3e59-4839-ba55-f6e4f28b4b9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54A13EA-FFC4-4338-B9B9-BA319D5CAE8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E0DDCB9-CA82-4FA5-BDCA-D19AEB3FBB87}">
  <ds:schemaRefs>
    <ds:schemaRef ds:uri="http://schemas.microsoft.com/office/infopath/2007/PartnerControls"/>
    <ds:schemaRef ds:uri="http://purl.org/dc/dcmitype/"/>
    <ds:schemaRef ds:uri="d435262a-6827-4f46-b423-5b1051f236b7"/>
    <ds:schemaRef ds:uri="330592a2-23c1-4bcf-83bb-f529f0a359ef"/>
    <ds:schemaRef ds:uri="http://schemas.microsoft.com/office/2006/documentManagement/types"/>
    <ds:schemaRef ds:uri="http://www.w3.org/XML/1998/namespace"/>
    <ds:schemaRef ds:uri="http://purl.org/dc/terms/"/>
    <ds:schemaRef ds:uri="http://schemas.microsoft.com/office/2006/metadata/properties"/>
    <ds:schemaRef ds:uri="http://schemas.openxmlformats.org/package/2006/metadata/core-properties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38050193-64D4-472B-971D-B13C5DDD7CF8}"/>
</file>

<file path=docProps/app.xml><?xml version="1.0" encoding="utf-8"?>
<Properties xmlns="http://schemas.openxmlformats.org/officeDocument/2006/extended-properties" xmlns:vt="http://schemas.openxmlformats.org/officeDocument/2006/docPropsVTypes">
  <TotalTime>17415</TotalTime>
  <Words>712</Words>
  <Application>Microsoft Office PowerPoint</Application>
  <PresentationFormat>Widescreen</PresentationFormat>
  <Paragraphs>220</Paragraphs>
  <Slides>36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1" baseType="lpstr">
      <vt:lpstr>Arial</vt:lpstr>
      <vt:lpstr>Calibri</vt:lpstr>
      <vt:lpstr>System Font Regular</vt:lpstr>
      <vt:lpstr>Wingdings</vt:lpstr>
      <vt:lpstr>Anheuser-Busch Custom Template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Agenda</vt:lpstr>
      <vt:lpstr>Agenda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Slide Title</vt:lpstr>
      <vt:lpstr>Slide Title</vt:lpstr>
      <vt:lpstr>Slide Title</vt:lpstr>
      <vt:lpstr>Slide Title</vt:lpstr>
      <vt:lpstr>Slide Title</vt:lpstr>
      <vt:lpstr>Slide Title</vt:lpstr>
      <vt:lpstr>Slide Title</vt:lpstr>
      <vt:lpstr>Slide Title</vt:lpstr>
      <vt:lpstr>Slide Title</vt:lpstr>
      <vt:lpstr>Slide Title</vt:lpstr>
      <vt:lpstr>Slide Title</vt:lpstr>
      <vt:lpstr>Slide Title</vt:lpstr>
      <vt:lpstr>Slide Title</vt:lpstr>
      <vt:lpstr>Thank You</vt:lpstr>
      <vt:lpstr>How To Drag and Drop a Photo into a Cover Slide and Change Brightness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Erica Jaffe</dc:creator>
  <cp:lastModifiedBy>Nentin, Cyrus</cp:lastModifiedBy>
  <cp:revision>42</cp:revision>
  <dcterms:created xsi:type="dcterms:W3CDTF">2021-11-19T21:57:43Z</dcterms:created>
  <dcterms:modified xsi:type="dcterms:W3CDTF">2023-07-24T17:36:23Z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0x0101005D40A854D5DEFA4FA28F16BD5ADF8692</vt:lpwstr>
  </property>
  <property fmtid="{D5CDD505-2E9C-101B-9397-08002B2CF9AE}" pid="3" name="TitusGUID">
    <vt:lpwstr>8f2bd530-7fdc-445c-84d3-38c89bfc175d</vt:lpwstr>
  </property>
  <property fmtid="{D5CDD505-2E9C-101B-9397-08002B2CF9AE}" pid="4" name="MSIP_Label_68104b14-b53d-46de-9ae8-975cc0e84815_Enabled">
    <vt:lpwstr>true</vt:lpwstr>
  </property>
  <property fmtid="{D5CDD505-2E9C-101B-9397-08002B2CF9AE}" pid="5" name="MSIP_Label_68104b14-b53d-46de-9ae8-975cc0e84815_SetDate">
    <vt:lpwstr>2023-05-03T15:35:28Z</vt:lpwstr>
  </property>
  <property fmtid="{D5CDD505-2E9C-101B-9397-08002B2CF9AE}" pid="6" name="MSIP_Label_68104b14-b53d-46de-9ae8-975cc0e84815_Method">
    <vt:lpwstr>Standard</vt:lpwstr>
  </property>
  <property fmtid="{D5CDD505-2E9C-101B-9397-08002B2CF9AE}" pid="7" name="MSIP_Label_68104b14-b53d-46de-9ae8-975cc0e84815_Name">
    <vt:lpwstr>ABI_MIP_InternalUseOnly</vt:lpwstr>
  </property>
  <property fmtid="{D5CDD505-2E9C-101B-9397-08002B2CF9AE}" pid="8" name="MSIP_Label_68104b14-b53d-46de-9ae8-975cc0e84815_SiteId">
    <vt:lpwstr>cef04b19-7776-4a94-b89b-375c77a8f936</vt:lpwstr>
  </property>
  <property fmtid="{D5CDD505-2E9C-101B-9397-08002B2CF9AE}" pid="9" name="MSIP_Label_68104b14-b53d-46de-9ae8-975cc0e84815_ActionId">
    <vt:lpwstr>916a8275-6d53-46aa-a2be-1ec8f6743737</vt:lpwstr>
  </property>
  <property fmtid="{D5CDD505-2E9C-101B-9397-08002B2CF9AE}" pid="10" name="MSIP_Label_68104b14-b53d-46de-9ae8-975cc0e84815_ContentBits">
    <vt:lpwstr>0</vt:lpwstr>
  </property>
  <property fmtid="{D5CDD505-2E9C-101B-9397-08002B2CF9AE}" pid="11" name="ABClassification">
    <vt:lpwstr>Public</vt:lpwstr>
  </property>
  <property fmtid="{D5CDD505-2E9C-101B-9397-08002B2CF9AE}" pid="12" name="MediaServiceImageTags">
    <vt:lpwstr/>
  </property>
</Properties>
</file>