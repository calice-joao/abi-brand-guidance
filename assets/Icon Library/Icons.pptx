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en, Emily" userId="S::emily.wallen@ab-inbev.com::a496afcc-50bc-47a3-9b0c-5a0b7e3aaf70" providerId="AD" clId="Web-{91E74EF6-D507-6FBD-7C2A-F364F91DEBCA}"/>
    <pc:docChg chg="mod">
      <pc:chgData name="Wallen, Emily" userId="S::emily.wallen@ab-inbev.com::a496afcc-50bc-47a3-9b0c-5a0b7e3aaf70" providerId="AD" clId="Web-{91E74EF6-D507-6FBD-7C2A-F364F91DEBCA}" dt="2024-04-18T13:07:34.971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88F5-2863-4567-8709-230BE482D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6F99B-0F8D-4B92-9517-B50C841CD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4A278-14E2-47BE-82EF-6DA7F895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029FB-AC83-4F1D-8AC7-94BE3625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FB860-AD6F-4B6A-BD23-E2C0C793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12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6670F-F7F5-44FE-A753-8809105F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8D402-6C55-4232-A1D9-0444D35AA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CA68D-E19A-4171-9A34-B89D9262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D04CD-5833-4155-A336-38BF445D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5CF1A-FD65-4095-A69E-F2128790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5D12-436C-4A64-80FF-4D9BE92C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C9496-4E41-4ADE-A707-0551FBCE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8992A-9740-4491-B856-03E69A74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77F46-A28C-4EA0-B029-3A7663BE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28283-0004-46CE-8EFB-50C30CB0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3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0216-5992-43CC-877D-4DED21E1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A45FF-0238-4EF6-A08F-177812ABE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05F1F-6BDB-4594-AD16-D9AB1C835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47080-71B0-4E5D-9C5F-1EE3D73D3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8A8B2-52FA-4FB3-A233-ADEF2DAA1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38916-B846-4BD0-A7E3-57D0457D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5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F063-A1D9-4543-9CA7-987D5F87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3F1AE-4C02-4C93-9081-2207E0E83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A8631-9A6E-4AA3-B05A-9BC10374D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87B03-2198-4B7A-AFC2-43ADC7FBF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5FA40-C912-45CE-B8D4-11171DDDB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8F655-3116-477E-81D3-EF985C58B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1AE6BF-AF93-419E-BAB1-4DDCCCE7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3C89E-EC97-490C-AE18-45494973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6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099B-492B-4B0C-A0DE-25BB558B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9AE57-C64B-4127-BAF7-940F7E64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E3AAA-1717-430D-91C8-F5C33C0E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32E8D-DE94-4253-A36D-3F533ABA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9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F0F27-3371-4B0C-9250-10003AE7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BA0DB-A9DB-49AB-9EA1-2B2B6CFC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FB2E7-39FD-425C-89FA-E067ECA0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5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345E-9135-4881-9536-511A7BAA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557D1-2C2E-4BB3-BCE9-E19926739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18163-6B39-40C4-96BE-20ED76C5A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3130-6260-4BF7-B8A3-FD17D48B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95EBF-699F-462E-9A31-EB55E3AB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69B90-567F-45F1-8697-8D6B1C30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08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819B-EEEB-4B9E-80D8-FE9E2827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21400E-3BD7-47B9-8E5D-8595A491A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AEE9-F328-431E-914F-3E2A799FB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1EC8E-155E-4055-807D-8D4FC1C1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0024E-5E27-4136-8FB2-811CCE84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13F74-99D2-4718-A4AB-2C15D90E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8F59-E18A-4F7D-A9C1-9231C211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27AA1-9EA3-4448-9D97-032240CD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B8FD5-EF9F-4EA0-8E15-7658706A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717AD-6C2A-43FC-AD15-0BD375A1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5D6ED-A1B1-4383-A591-1FE5029F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1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1C1E2-3B0C-4755-86C4-813B5546A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8F597-B9A3-4A7C-87A9-E24A4A94F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E60A9-C84D-4590-80B6-4D13CC41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5F1ED-DB66-485E-BE6A-E1194D8F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577D6-7F89-4F93-B242-E550595F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9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8AAB1-FE68-4D3A-A011-F332F2F5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8680D-8D67-4DA8-905B-A4D273404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7E938-22A2-4533-871A-99A82F597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D9BCA-F311-4513-9956-D0F334CB87E5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45E97-5366-4608-84DF-4BB65296A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41CBE-7EF8-4928-B22E-DA59914FF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7BD99-CA99-44E6-A58D-025073B9B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4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4">
            <a:extLst>
              <a:ext uri="{FF2B5EF4-FFF2-40B4-BE49-F238E27FC236}">
                <a16:creationId xmlns:a16="http://schemas.microsoft.com/office/drawing/2014/main" id="{B37FDE9E-C553-4B3E-A4B0-46D4C0F3C8C3}"/>
              </a:ext>
            </a:extLst>
          </p:cNvPr>
          <p:cNvGrpSpPr/>
          <p:nvPr/>
        </p:nvGrpSpPr>
        <p:grpSpPr>
          <a:xfrm>
            <a:off x="3278813" y="643466"/>
            <a:ext cx="5634374" cy="5571067"/>
            <a:chOff x="3278813" y="643466"/>
            <a:chExt cx="5634374" cy="55710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A5DB85E-C5EC-4BD5-8350-97D07036AE83}"/>
                </a:ext>
              </a:extLst>
            </p:cNvPr>
            <p:cNvSpPr/>
            <p:nvPr/>
          </p:nvSpPr>
          <p:spPr>
            <a:xfrm>
              <a:off x="3342844" y="1877059"/>
              <a:ext cx="468656" cy="468656"/>
            </a:xfrm>
            <a:custGeom>
              <a:avLst/>
              <a:gdLst>
                <a:gd name="connsiteX0" fmla="*/ 468657 w 468656"/>
                <a:gd name="connsiteY0" fmla="*/ 234328 h 468656"/>
                <a:gd name="connsiteX1" fmla="*/ 234328 w 468656"/>
                <a:gd name="connsiteY1" fmla="*/ 468657 h 468656"/>
                <a:gd name="connsiteX2" fmla="*/ 0 w 468656"/>
                <a:gd name="connsiteY2" fmla="*/ 234328 h 468656"/>
                <a:gd name="connsiteX3" fmla="*/ 234328 w 468656"/>
                <a:gd name="connsiteY3" fmla="*/ 0 h 468656"/>
                <a:gd name="connsiteX4" fmla="*/ 468657 w 468656"/>
                <a:gd name="connsiteY4" fmla="*/ 234328 h 4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656" h="468656">
                  <a:moveTo>
                    <a:pt x="468657" y="234328"/>
                  </a:moveTo>
                  <a:cubicBezTo>
                    <a:pt x="468657" y="363744"/>
                    <a:pt x="363745" y="468657"/>
                    <a:pt x="234328" y="468657"/>
                  </a:cubicBezTo>
                  <a:cubicBezTo>
                    <a:pt x="104912" y="468657"/>
                    <a:pt x="0" y="363745"/>
                    <a:pt x="0" y="234328"/>
                  </a:cubicBezTo>
                  <a:cubicBezTo>
                    <a:pt x="0" y="104912"/>
                    <a:pt x="104912" y="0"/>
                    <a:pt x="234328" y="0"/>
                  </a:cubicBezTo>
                  <a:cubicBezTo>
                    <a:pt x="363745" y="0"/>
                    <a:pt x="468657" y="104912"/>
                    <a:pt x="468657" y="234328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E090D6E-0D6E-430F-AA0E-37D46C1ED563}"/>
                </a:ext>
              </a:extLst>
            </p:cNvPr>
            <p:cNvSpPr/>
            <p:nvPr/>
          </p:nvSpPr>
          <p:spPr>
            <a:xfrm>
              <a:off x="3836552" y="2345716"/>
              <a:ext cx="192545" cy="192455"/>
            </a:xfrm>
            <a:custGeom>
              <a:avLst/>
              <a:gdLst>
                <a:gd name="connsiteX0" fmla="*/ 0 w 192545"/>
                <a:gd name="connsiteY0" fmla="*/ 0 h 192455"/>
                <a:gd name="connsiteX1" fmla="*/ 192545 w 192545"/>
                <a:gd name="connsiteY1" fmla="*/ 192455 h 19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2545" h="192455">
                  <a:moveTo>
                    <a:pt x="0" y="0"/>
                  </a:moveTo>
                  <a:lnTo>
                    <a:pt x="192545" y="192455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D95836-7A94-4810-B521-0637CF19B1AB}"/>
                </a:ext>
              </a:extLst>
            </p:cNvPr>
            <p:cNvSpPr/>
            <p:nvPr/>
          </p:nvSpPr>
          <p:spPr>
            <a:xfrm>
              <a:off x="5790133" y="2207705"/>
              <a:ext cx="438088" cy="9043"/>
            </a:xfrm>
            <a:custGeom>
              <a:avLst/>
              <a:gdLst>
                <a:gd name="connsiteX0" fmla="*/ 0 w 438088"/>
                <a:gd name="connsiteY0" fmla="*/ 0 h 9043"/>
                <a:gd name="connsiteX1" fmla="*/ 438088 w 438088"/>
                <a:gd name="connsiteY1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8088" h="9043">
                  <a:moveTo>
                    <a:pt x="0" y="0"/>
                  </a:moveTo>
                  <a:lnTo>
                    <a:pt x="438088" y="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2D7966A-91F3-42B0-99BA-4C7C4F50C5CB}"/>
                </a:ext>
              </a:extLst>
            </p:cNvPr>
            <p:cNvSpPr/>
            <p:nvPr/>
          </p:nvSpPr>
          <p:spPr>
            <a:xfrm>
              <a:off x="6150082" y="1930509"/>
              <a:ext cx="283165" cy="554483"/>
            </a:xfrm>
            <a:custGeom>
              <a:avLst/>
              <a:gdLst>
                <a:gd name="connsiteX0" fmla="*/ -648 w 283165"/>
                <a:gd name="connsiteY0" fmla="*/ 554250 h 554483"/>
                <a:gd name="connsiteX1" fmla="*/ 282517 w 283165"/>
                <a:gd name="connsiteY1" fmla="*/ 271085 h 554483"/>
                <a:gd name="connsiteX2" fmla="*/ 11199 w 283165"/>
                <a:gd name="connsiteY2" fmla="*/ -233 h 55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165" h="554483">
                  <a:moveTo>
                    <a:pt x="-648" y="554250"/>
                  </a:moveTo>
                  <a:lnTo>
                    <a:pt x="282517" y="271085"/>
                  </a:lnTo>
                  <a:lnTo>
                    <a:pt x="11199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0DA597-DF10-435E-BA5F-0408A46A8C07}"/>
                </a:ext>
              </a:extLst>
            </p:cNvPr>
            <p:cNvSpPr/>
            <p:nvPr/>
          </p:nvSpPr>
          <p:spPr>
            <a:xfrm>
              <a:off x="3685971" y="3095820"/>
              <a:ext cx="9043" cy="237132"/>
            </a:xfrm>
            <a:custGeom>
              <a:avLst/>
              <a:gdLst>
                <a:gd name="connsiteX0" fmla="*/ 0 w 9043"/>
                <a:gd name="connsiteY0" fmla="*/ 0 h 237132"/>
                <a:gd name="connsiteX1" fmla="*/ 0 w 9043"/>
                <a:gd name="connsiteY1" fmla="*/ 237132 h 23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237132">
                  <a:moveTo>
                    <a:pt x="0" y="0"/>
                  </a:moveTo>
                  <a:lnTo>
                    <a:pt x="0" y="237132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BE4CAF-EE3F-472A-9C9B-5EB4C18EBE5B}"/>
                </a:ext>
              </a:extLst>
            </p:cNvPr>
            <p:cNvSpPr/>
            <p:nvPr/>
          </p:nvSpPr>
          <p:spPr>
            <a:xfrm>
              <a:off x="3685971" y="3534451"/>
              <a:ext cx="9043" cy="225284"/>
            </a:xfrm>
            <a:custGeom>
              <a:avLst/>
              <a:gdLst>
                <a:gd name="connsiteX0" fmla="*/ 0 w 9043"/>
                <a:gd name="connsiteY0" fmla="*/ 0 h 225284"/>
                <a:gd name="connsiteX1" fmla="*/ 0 w 9043"/>
                <a:gd name="connsiteY1" fmla="*/ 225285 h 22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225284">
                  <a:moveTo>
                    <a:pt x="0" y="0"/>
                  </a:moveTo>
                  <a:lnTo>
                    <a:pt x="0" y="225285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58A123-2419-448B-AE66-473CAD9D6200}"/>
                </a:ext>
              </a:extLst>
            </p:cNvPr>
            <p:cNvSpPr/>
            <p:nvPr/>
          </p:nvSpPr>
          <p:spPr>
            <a:xfrm>
              <a:off x="3769718" y="3472229"/>
              <a:ext cx="209457" cy="111240"/>
            </a:xfrm>
            <a:custGeom>
              <a:avLst/>
              <a:gdLst>
                <a:gd name="connsiteX0" fmla="*/ 0 w 209457"/>
                <a:gd name="connsiteY0" fmla="*/ 0 h 111240"/>
                <a:gd name="connsiteX1" fmla="*/ 209458 w 209457"/>
                <a:gd name="connsiteY1" fmla="*/ 111240 h 11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457" h="111240">
                  <a:moveTo>
                    <a:pt x="0" y="0"/>
                  </a:moveTo>
                  <a:lnTo>
                    <a:pt x="209458" y="11124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4AED2CA-6E29-40B4-AED3-8147705AB79C}"/>
                </a:ext>
              </a:extLst>
            </p:cNvPr>
            <p:cNvSpPr/>
            <p:nvPr/>
          </p:nvSpPr>
          <p:spPr>
            <a:xfrm>
              <a:off x="3392766" y="3272087"/>
              <a:ext cx="198966" cy="105633"/>
            </a:xfrm>
            <a:custGeom>
              <a:avLst/>
              <a:gdLst>
                <a:gd name="connsiteX0" fmla="*/ 198967 w 198966"/>
                <a:gd name="connsiteY0" fmla="*/ 105633 h 105633"/>
                <a:gd name="connsiteX1" fmla="*/ 0 w 198966"/>
                <a:gd name="connsiteY1" fmla="*/ 0 h 1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8966" h="105633">
                  <a:moveTo>
                    <a:pt x="198967" y="105633"/>
                  </a:moveTo>
                  <a:lnTo>
                    <a:pt x="0" y="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C7F2C9C-110A-48BE-A8A5-46C01612DD1D}"/>
                </a:ext>
              </a:extLst>
            </p:cNvPr>
            <p:cNvSpPr/>
            <p:nvPr/>
          </p:nvSpPr>
          <p:spPr>
            <a:xfrm>
              <a:off x="3767728" y="3259696"/>
              <a:ext cx="204483" cy="120013"/>
            </a:xfrm>
            <a:custGeom>
              <a:avLst/>
              <a:gdLst>
                <a:gd name="connsiteX0" fmla="*/ 204483 w 204483"/>
                <a:gd name="connsiteY0" fmla="*/ 0 h 120013"/>
                <a:gd name="connsiteX1" fmla="*/ 0 w 204483"/>
                <a:gd name="connsiteY1" fmla="*/ 120013 h 12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483" h="120013">
                  <a:moveTo>
                    <a:pt x="204483" y="0"/>
                  </a:moveTo>
                  <a:lnTo>
                    <a:pt x="0" y="120013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7A1D97-65A4-4523-AC2F-8C09ABCB5C18}"/>
                </a:ext>
              </a:extLst>
            </p:cNvPr>
            <p:cNvSpPr/>
            <p:nvPr/>
          </p:nvSpPr>
          <p:spPr>
            <a:xfrm>
              <a:off x="3399730" y="3481816"/>
              <a:ext cx="194263" cy="114044"/>
            </a:xfrm>
            <a:custGeom>
              <a:avLst/>
              <a:gdLst>
                <a:gd name="connsiteX0" fmla="*/ 194264 w 194263"/>
                <a:gd name="connsiteY0" fmla="*/ 0 h 114044"/>
                <a:gd name="connsiteX1" fmla="*/ 0 w 194263"/>
                <a:gd name="connsiteY1" fmla="*/ 114044 h 11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4263" h="114044">
                  <a:moveTo>
                    <a:pt x="194264" y="0"/>
                  </a:moveTo>
                  <a:lnTo>
                    <a:pt x="0" y="114044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5B802C2-FE26-4BA6-9931-BEE1509E6066}"/>
                </a:ext>
              </a:extLst>
            </p:cNvPr>
            <p:cNvSpPr/>
            <p:nvPr/>
          </p:nvSpPr>
          <p:spPr>
            <a:xfrm>
              <a:off x="5776839" y="5525294"/>
              <a:ext cx="665091" cy="665091"/>
            </a:xfrm>
            <a:custGeom>
              <a:avLst/>
              <a:gdLst>
                <a:gd name="connsiteX0" fmla="*/ 665091 w 665091"/>
                <a:gd name="connsiteY0" fmla="*/ 332546 h 665091"/>
                <a:gd name="connsiteX1" fmla="*/ 332546 w 665091"/>
                <a:gd name="connsiteY1" fmla="*/ 665092 h 665091"/>
                <a:gd name="connsiteX2" fmla="*/ 0 w 665091"/>
                <a:gd name="connsiteY2" fmla="*/ 332546 h 665091"/>
                <a:gd name="connsiteX3" fmla="*/ 332546 w 665091"/>
                <a:gd name="connsiteY3" fmla="*/ 0 h 665091"/>
                <a:gd name="connsiteX4" fmla="*/ 665091 w 665091"/>
                <a:gd name="connsiteY4" fmla="*/ 332546 h 66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091" h="665091">
                  <a:moveTo>
                    <a:pt x="665091" y="332546"/>
                  </a:moveTo>
                  <a:cubicBezTo>
                    <a:pt x="665091" y="516205"/>
                    <a:pt x="516205" y="665092"/>
                    <a:pt x="332546" y="665092"/>
                  </a:cubicBezTo>
                  <a:cubicBezTo>
                    <a:pt x="148886" y="665092"/>
                    <a:pt x="0" y="516206"/>
                    <a:pt x="0" y="332546"/>
                  </a:cubicBezTo>
                  <a:cubicBezTo>
                    <a:pt x="0" y="148886"/>
                    <a:pt x="148886" y="0"/>
                    <a:pt x="332546" y="0"/>
                  </a:cubicBezTo>
                  <a:cubicBezTo>
                    <a:pt x="516205" y="0"/>
                    <a:pt x="665091" y="148885"/>
                    <a:pt x="665091" y="332546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C46E39-6A46-42BF-9751-275B20A86C6B}"/>
                </a:ext>
              </a:extLst>
            </p:cNvPr>
            <p:cNvSpPr/>
            <p:nvPr/>
          </p:nvSpPr>
          <p:spPr>
            <a:xfrm>
              <a:off x="5971465" y="5764415"/>
              <a:ext cx="287325" cy="186938"/>
            </a:xfrm>
            <a:custGeom>
              <a:avLst/>
              <a:gdLst>
                <a:gd name="connsiteX0" fmla="*/ 0 w 287325"/>
                <a:gd name="connsiteY0" fmla="*/ 86460 h 186938"/>
                <a:gd name="connsiteX1" fmla="*/ 100478 w 287325"/>
                <a:gd name="connsiteY1" fmla="*/ 186939 h 186938"/>
                <a:gd name="connsiteX2" fmla="*/ 287326 w 287325"/>
                <a:gd name="connsiteY2" fmla="*/ 0 h 18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7325" h="186938">
                  <a:moveTo>
                    <a:pt x="0" y="86460"/>
                  </a:moveTo>
                  <a:lnTo>
                    <a:pt x="100478" y="186939"/>
                  </a:lnTo>
                  <a:lnTo>
                    <a:pt x="287326" y="0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CCA4BD6-22D0-4E8F-8D0E-C7FD524CF6C5}"/>
                </a:ext>
              </a:extLst>
            </p:cNvPr>
            <p:cNvSpPr/>
            <p:nvPr/>
          </p:nvSpPr>
          <p:spPr>
            <a:xfrm>
              <a:off x="8405098" y="2081814"/>
              <a:ext cx="250878" cy="250969"/>
            </a:xfrm>
            <a:custGeom>
              <a:avLst/>
              <a:gdLst>
                <a:gd name="connsiteX0" fmla="*/ 0 w 250878"/>
                <a:gd name="connsiteY0" fmla="*/ 0 h 250969"/>
                <a:gd name="connsiteX1" fmla="*/ 250879 w 250878"/>
                <a:gd name="connsiteY1" fmla="*/ 250969 h 25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878" h="250969">
                  <a:moveTo>
                    <a:pt x="0" y="0"/>
                  </a:moveTo>
                  <a:lnTo>
                    <a:pt x="250879" y="250969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364E68B-802F-4BBF-A594-B1E17F90AF41}"/>
                </a:ext>
              </a:extLst>
            </p:cNvPr>
            <p:cNvSpPr/>
            <p:nvPr/>
          </p:nvSpPr>
          <p:spPr>
            <a:xfrm>
              <a:off x="8411157" y="2207344"/>
              <a:ext cx="119379" cy="119380"/>
            </a:xfrm>
            <a:custGeom>
              <a:avLst/>
              <a:gdLst>
                <a:gd name="connsiteX0" fmla="*/ 119380 w 119379"/>
                <a:gd name="connsiteY0" fmla="*/ 0 h 119380"/>
                <a:gd name="connsiteX1" fmla="*/ 0 w 119379"/>
                <a:gd name="connsiteY1" fmla="*/ 119380 h 11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79" h="119380">
                  <a:moveTo>
                    <a:pt x="119380" y="0"/>
                  </a:moveTo>
                  <a:lnTo>
                    <a:pt x="0" y="11938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41CD931-F18B-4193-B5E1-4A35A78AD99E}"/>
                </a:ext>
              </a:extLst>
            </p:cNvPr>
            <p:cNvSpPr/>
            <p:nvPr/>
          </p:nvSpPr>
          <p:spPr>
            <a:xfrm>
              <a:off x="8530537" y="2086155"/>
              <a:ext cx="121098" cy="121188"/>
            </a:xfrm>
            <a:custGeom>
              <a:avLst/>
              <a:gdLst>
                <a:gd name="connsiteX0" fmla="*/ 121099 w 121098"/>
                <a:gd name="connsiteY0" fmla="*/ 0 h 121188"/>
                <a:gd name="connsiteX1" fmla="*/ 0 w 121098"/>
                <a:gd name="connsiteY1" fmla="*/ 121189 h 12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098" h="121188">
                  <a:moveTo>
                    <a:pt x="121099" y="0"/>
                  </a:moveTo>
                  <a:lnTo>
                    <a:pt x="0" y="121189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262CDA-2B6C-47DD-9E53-1D154B76DA2F}"/>
                </a:ext>
              </a:extLst>
            </p:cNvPr>
            <p:cNvSpPr/>
            <p:nvPr/>
          </p:nvSpPr>
          <p:spPr>
            <a:xfrm>
              <a:off x="8197630" y="1875160"/>
              <a:ext cx="665091" cy="665091"/>
            </a:xfrm>
            <a:custGeom>
              <a:avLst/>
              <a:gdLst>
                <a:gd name="connsiteX0" fmla="*/ 665091 w 665091"/>
                <a:gd name="connsiteY0" fmla="*/ 332546 h 665091"/>
                <a:gd name="connsiteX1" fmla="*/ 332545 w 665091"/>
                <a:gd name="connsiteY1" fmla="*/ 665091 h 665091"/>
                <a:gd name="connsiteX2" fmla="*/ -1 w 665091"/>
                <a:gd name="connsiteY2" fmla="*/ 332546 h 665091"/>
                <a:gd name="connsiteX3" fmla="*/ 332545 w 665091"/>
                <a:gd name="connsiteY3" fmla="*/ 0 h 665091"/>
                <a:gd name="connsiteX4" fmla="*/ 665091 w 665091"/>
                <a:gd name="connsiteY4" fmla="*/ 332546 h 66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091" h="665091">
                  <a:moveTo>
                    <a:pt x="665091" y="332546"/>
                  </a:moveTo>
                  <a:cubicBezTo>
                    <a:pt x="665091" y="516206"/>
                    <a:pt x="516206" y="665091"/>
                    <a:pt x="332545" y="665091"/>
                  </a:cubicBezTo>
                  <a:cubicBezTo>
                    <a:pt x="148886" y="665091"/>
                    <a:pt x="-1" y="516206"/>
                    <a:pt x="-1" y="332546"/>
                  </a:cubicBezTo>
                  <a:cubicBezTo>
                    <a:pt x="-1" y="148886"/>
                    <a:pt x="148885" y="0"/>
                    <a:pt x="332545" y="0"/>
                  </a:cubicBezTo>
                  <a:cubicBezTo>
                    <a:pt x="516205" y="0"/>
                    <a:pt x="665091" y="148886"/>
                    <a:pt x="665091" y="332546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A6DCC42-E32C-431C-A5C1-3C4553E8A651}"/>
                </a:ext>
              </a:extLst>
            </p:cNvPr>
            <p:cNvSpPr/>
            <p:nvPr/>
          </p:nvSpPr>
          <p:spPr>
            <a:xfrm>
              <a:off x="8255331" y="3198650"/>
              <a:ext cx="220038" cy="458075"/>
            </a:xfrm>
            <a:custGeom>
              <a:avLst/>
              <a:gdLst>
                <a:gd name="connsiteX0" fmla="*/ -648 w 220038"/>
                <a:gd name="connsiteY0" fmla="*/ 457842 h 458075"/>
                <a:gd name="connsiteX1" fmla="*/ 209080 w 220038"/>
                <a:gd name="connsiteY1" fmla="*/ 248113 h 458075"/>
                <a:gd name="connsiteX2" fmla="*/ 209080 w 220038"/>
                <a:gd name="connsiteY2" fmla="*/ 198372 h 458075"/>
                <a:gd name="connsiteX3" fmla="*/ 10657 w 220038"/>
                <a:gd name="connsiteY3" fmla="*/ -233 h 45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038" h="458075">
                  <a:moveTo>
                    <a:pt x="-648" y="457842"/>
                  </a:moveTo>
                  <a:lnTo>
                    <a:pt x="209080" y="248113"/>
                  </a:lnTo>
                  <a:cubicBezTo>
                    <a:pt x="222827" y="234375"/>
                    <a:pt x="222827" y="212109"/>
                    <a:pt x="209080" y="198372"/>
                  </a:cubicBezTo>
                  <a:lnTo>
                    <a:pt x="10657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368C78D-0762-4EAD-BC13-8E3831E8184D}"/>
                </a:ext>
              </a:extLst>
            </p:cNvPr>
            <p:cNvSpPr/>
            <p:nvPr/>
          </p:nvSpPr>
          <p:spPr>
            <a:xfrm>
              <a:off x="8420111" y="3198650"/>
              <a:ext cx="220061" cy="458075"/>
            </a:xfrm>
            <a:custGeom>
              <a:avLst/>
              <a:gdLst>
                <a:gd name="connsiteX0" fmla="*/ -648 w 220061"/>
                <a:gd name="connsiteY0" fmla="*/ 457842 h 458075"/>
                <a:gd name="connsiteX1" fmla="*/ 209171 w 220061"/>
                <a:gd name="connsiteY1" fmla="*/ 248113 h 458075"/>
                <a:gd name="connsiteX2" fmla="*/ 209171 w 220061"/>
                <a:gd name="connsiteY2" fmla="*/ 198372 h 458075"/>
                <a:gd name="connsiteX3" fmla="*/ 10747 w 220061"/>
                <a:gd name="connsiteY3" fmla="*/ -233 h 45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061" h="458075">
                  <a:moveTo>
                    <a:pt x="-648" y="457842"/>
                  </a:moveTo>
                  <a:lnTo>
                    <a:pt x="209171" y="248113"/>
                  </a:lnTo>
                  <a:cubicBezTo>
                    <a:pt x="222827" y="234339"/>
                    <a:pt x="222827" y="212155"/>
                    <a:pt x="209171" y="198372"/>
                  </a:cubicBezTo>
                  <a:lnTo>
                    <a:pt x="10747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3B4396-38D2-417D-AA28-A6046021F0F3}"/>
                </a:ext>
              </a:extLst>
            </p:cNvPr>
            <p:cNvSpPr/>
            <p:nvPr/>
          </p:nvSpPr>
          <p:spPr>
            <a:xfrm>
              <a:off x="8585253" y="3198650"/>
              <a:ext cx="220038" cy="458075"/>
            </a:xfrm>
            <a:custGeom>
              <a:avLst/>
              <a:gdLst>
                <a:gd name="connsiteX0" fmla="*/ -648 w 220038"/>
                <a:gd name="connsiteY0" fmla="*/ 457842 h 458075"/>
                <a:gd name="connsiteX1" fmla="*/ 209080 w 220038"/>
                <a:gd name="connsiteY1" fmla="*/ 248113 h 458075"/>
                <a:gd name="connsiteX2" fmla="*/ 209080 w 220038"/>
                <a:gd name="connsiteY2" fmla="*/ 198372 h 458075"/>
                <a:gd name="connsiteX3" fmla="*/ 10385 w 220038"/>
                <a:gd name="connsiteY3" fmla="*/ -233 h 45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038" h="458075">
                  <a:moveTo>
                    <a:pt x="-648" y="457842"/>
                  </a:moveTo>
                  <a:lnTo>
                    <a:pt x="209080" y="248113"/>
                  </a:lnTo>
                  <a:cubicBezTo>
                    <a:pt x="222827" y="234375"/>
                    <a:pt x="222827" y="212109"/>
                    <a:pt x="209080" y="198372"/>
                  </a:cubicBezTo>
                  <a:lnTo>
                    <a:pt x="10385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BF9EDF6-3E05-4B74-B947-11B0B48D777B}"/>
                </a:ext>
              </a:extLst>
            </p:cNvPr>
            <p:cNvSpPr/>
            <p:nvPr/>
          </p:nvSpPr>
          <p:spPr>
            <a:xfrm>
              <a:off x="5954552" y="673582"/>
              <a:ext cx="314367" cy="314367"/>
            </a:xfrm>
            <a:custGeom>
              <a:avLst/>
              <a:gdLst>
                <a:gd name="connsiteX0" fmla="*/ 314367 w 314367"/>
                <a:gd name="connsiteY0" fmla="*/ 157184 h 314367"/>
                <a:gd name="connsiteX1" fmla="*/ 157184 w 314367"/>
                <a:gd name="connsiteY1" fmla="*/ 314367 h 314367"/>
                <a:gd name="connsiteX2" fmla="*/ 0 w 314367"/>
                <a:gd name="connsiteY2" fmla="*/ 157184 h 314367"/>
                <a:gd name="connsiteX3" fmla="*/ 157184 w 314367"/>
                <a:gd name="connsiteY3" fmla="*/ 0 h 314367"/>
                <a:gd name="connsiteX4" fmla="*/ 314367 w 314367"/>
                <a:gd name="connsiteY4" fmla="*/ 157184 h 31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67" h="314367">
                  <a:moveTo>
                    <a:pt x="314367" y="157184"/>
                  </a:moveTo>
                  <a:cubicBezTo>
                    <a:pt x="314367" y="243994"/>
                    <a:pt x="243994" y="314367"/>
                    <a:pt x="157184" y="314367"/>
                  </a:cubicBezTo>
                  <a:cubicBezTo>
                    <a:pt x="70374" y="314367"/>
                    <a:pt x="0" y="243994"/>
                    <a:pt x="0" y="157184"/>
                  </a:cubicBezTo>
                  <a:cubicBezTo>
                    <a:pt x="0" y="70374"/>
                    <a:pt x="70373" y="0"/>
                    <a:pt x="157184" y="0"/>
                  </a:cubicBezTo>
                  <a:cubicBezTo>
                    <a:pt x="243994" y="0"/>
                    <a:pt x="314367" y="70374"/>
                    <a:pt x="314367" y="157184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7C7C222-060C-4A2A-A7E4-9582B9035B00}"/>
                </a:ext>
              </a:extLst>
            </p:cNvPr>
            <p:cNvSpPr/>
            <p:nvPr/>
          </p:nvSpPr>
          <p:spPr>
            <a:xfrm>
              <a:off x="5870896" y="1092731"/>
              <a:ext cx="481589" cy="236174"/>
            </a:xfrm>
            <a:custGeom>
              <a:avLst/>
              <a:gdLst>
                <a:gd name="connsiteX0" fmla="*/ 480942 w 481589"/>
                <a:gd name="connsiteY0" fmla="*/ 235941 h 236174"/>
                <a:gd name="connsiteX1" fmla="*/ 235480 w 481589"/>
                <a:gd name="connsiteY1" fmla="*/ -187 h 236174"/>
                <a:gd name="connsiteX2" fmla="*/ -648 w 481589"/>
                <a:gd name="connsiteY2" fmla="*/ 235941 h 23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1589" h="236174">
                  <a:moveTo>
                    <a:pt x="480942" y="235941"/>
                  </a:moveTo>
                  <a:cubicBezTo>
                    <a:pt x="478364" y="102950"/>
                    <a:pt x="368471" y="-2765"/>
                    <a:pt x="235480" y="-187"/>
                  </a:cubicBezTo>
                  <a:cubicBezTo>
                    <a:pt x="106125" y="2318"/>
                    <a:pt x="1857" y="106585"/>
                    <a:pt x="-648" y="235941"/>
                  </a:cubicBez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2C2E41D-71B7-4CF5-A8AC-1535E8274A5E}"/>
                </a:ext>
              </a:extLst>
            </p:cNvPr>
            <p:cNvSpPr/>
            <p:nvPr/>
          </p:nvSpPr>
          <p:spPr>
            <a:xfrm>
              <a:off x="4567122" y="669512"/>
              <a:ext cx="663463" cy="663463"/>
            </a:xfrm>
            <a:custGeom>
              <a:avLst/>
              <a:gdLst>
                <a:gd name="connsiteX0" fmla="*/ 331083 w 663463"/>
                <a:gd name="connsiteY0" fmla="*/ -233 h 663463"/>
                <a:gd name="connsiteX1" fmla="*/ -648 w 663463"/>
                <a:gd name="connsiteY1" fmla="*/ 331498 h 663463"/>
                <a:gd name="connsiteX2" fmla="*/ 331083 w 663463"/>
                <a:gd name="connsiteY2" fmla="*/ 663230 h 663463"/>
                <a:gd name="connsiteX3" fmla="*/ 662815 w 663463"/>
                <a:gd name="connsiteY3" fmla="*/ 331498 h 663463"/>
                <a:gd name="connsiteX4" fmla="*/ 662815 w 663463"/>
                <a:gd name="connsiteY4" fmla="*/ 331227 h 663463"/>
                <a:gd name="connsiteX5" fmla="*/ 332078 w 663463"/>
                <a:gd name="connsiteY5" fmla="*/ -233 h 663463"/>
                <a:gd name="connsiteX6" fmla="*/ 331083 w 663463"/>
                <a:gd name="connsiteY6" fmla="*/ -233 h 66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3463" h="663463">
                  <a:moveTo>
                    <a:pt x="331083" y="-233"/>
                  </a:moveTo>
                  <a:cubicBezTo>
                    <a:pt x="147871" y="-233"/>
                    <a:pt x="-648" y="148286"/>
                    <a:pt x="-648" y="331498"/>
                  </a:cubicBezTo>
                  <a:cubicBezTo>
                    <a:pt x="-648" y="514710"/>
                    <a:pt x="147871" y="663230"/>
                    <a:pt x="331083" y="663230"/>
                  </a:cubicBezTo>
                  <a:cubicBezTo>
                    <a:pt x="514295" y="663230"/>
                    <a:pt x="662815" y="514710"/>
                    <a:pt x="662815" y="331498"/>
                  </a:cubicBezTo>
                  <a:cubicBezTo>
                    <a:pt x="662815" y="331408"/>
                    <a:pt x="662815" y="331317"/>
                    <a:pt x="662815" y="331227"/>
                  </a:cubicBezTo>
                  <a:cubicBezTo>
                    <a:pt x="663014" y="148368"/>
                    <a:pt x="514937" y="-35"/>
                    <a:pt x="332078" y="-233"/>
                  </a:cubicBezTo>
                  <a:cubicBezTo>
                    <a:pt x="331744" y="-233"/>
                    <a:pt x="331418" y="-233"/>
                    <a:pt x="331083" y="-233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560EE6-334E-4579-82A8-C3B638DBD91E}"/>
                </a:ext>
              </a:extLst>
            </p:cNvPr>
            <p:cNvSpPr/>
            <p:nvPr/>
          </p:nvSpPr>
          <p:spPr>
            <a:xfrm>
              <a:off x="4898853" y="819461"/>
              <a:ext cx="112868" cy="273850"/>
            </a:xfrm>
            <a:custGeom>
              <a:avLst/>
              <a:gdLst>
                <a:gd name="connsiteX0" fmla="*/ 0 w 112868"/>
                <a:gd name="connsiteY0" fmla="*/ 0 h 273850"/>
                <a:gd name="connsiteX1" fmla="*/ 0 w 112868"/>
                <a:gd name="connsiteY1" fmla="*/ 207287 h 273850"/>
                <a:gd name="connsiteX2" fmla="*/ 112868 w 112868"/>
                <a:gd name="connsiteY2" fmla="*/ 273851 h 27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868" h="273850">
                  <a:moveTo>
                    <a:pt x="0" y="0"/>
                  </a:moveTo>
                  <a:lnTo>
                    <a:pt x="0" y="207287"/>
                  </a:lnTo>
                  <a:lnTo>
                    <a:pt x="112868" y="273851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BBFF496-B1DC-4456-A294-1E4C33B49DCA}"/>
                </a:ext>
              </a:extLst>
            </p:cNvPr>
            <p:cNvSpPr/>
            <p:nvPr/>
          </p:nvSpPr>
          <p:spPr>
            <a:xfrm>
              <a:off x="7062435" y="3105859"/>
              <a:ext cx="524277" cy="643747"/>
            </a:xfrm>
            <a:custGeom>
              <a:avLst/>
              <a:gdLst>
                <a:gd name="connsiteX0" fmla="*/ 0 w 524277"/>
                <a:gd name="connsiteY0" fmla="*/ 149949 h 643747"/>
                <a:gd name="connsiteX1" fmla="*/ 0 w 524277"/>
                <a:gd name="connsiteY1" fmla="*/ 493166 h 643747"/>
                <a:gd name="connsiteX2" fmla="*/ 254858 w 524277"/>
                <a:gd name="connsiteY2" fmla="*/ 643748 h 643747"/>
                <a:gd name="connsiteX3" fmla="*/ 524277 w 524277"/>
                <a:gd name="connsiteY3" fmla="*/ 493166 h 643747"/>
                <a:gd name="connsiteX4" fmla="*/ 524277 w 524277"/>
                <a:gd name="connsiteY4" fmla="*/ 149949 h 643747"/>
                <a:gd name="connsiteX5" fmla="*/ 262184 w 524277"/>
                <a:gd name="connsiteY5" fmla="*/ 0 h 643747"/>
                <a:gd name="connsiteX6" fmla="*/ 0 w 524277"/>
                <a:gd name="connsiteY6" fmla="*/ 149949 h 64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4277" h="643747">
                  <a:moveTo>
                    <a:pt x="0" y="149949"/>
                  </a:moveTo>
                  <a:lnTo>
                    <a:pt x="0" y="493166"/>
                  </a:lnTo>
                  <a:lnTo>
                    <a:pt x="254858" y="643748"/>
                  </a:lnTo>
                  <a:lnTo>
                    <a:pt x="524277" y="493166"/>
                  </a:lnTo>
                  <a:lnTo>
                    <a:pt x="524277" y="149949"/>
                  </a:lnTo>
                  <a:lnTo>
                    <a:pt x="262184" y="0"/>
                  </a:lnTo>
                  <a:lnTo>
                    <a:pt x="0" y="149949"/>
                  </a:ln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C7E8F5E-B23E-4476-B545-2BA167639E80}"/>
                </a:ext>
              </a:extLst>
            </p:cNvPr>
            <p:cNvSpPr/>
            <p:nvPr/>
          </p:nvSpPr>
          <p:spPr>
            <a:xfrm>
              <a:off x="7062435" y="3255808"/>
              <a:ext cx="524277" cy="146421"/>
            </a:xfrm>
            <a:custGeom>
              <a:avLst/>
              <a:gdLst>
                <a:gd name="connsiteX0" fmla="*/ 0 w 524277"/>
                <a:gd name="connsiteY0" fmla="*/ 0 h 146421"/>
                <a:gd name="connsiteX1" fmla="*/ 262184 w 524277"/>
                <a:gd name="connsiteY1" fmla="*/ 146421 h 146421"/>
                <a:gd name="connsiteX2" fmla="*/ 524277 w 524277"/>
                <a:gd name="connsiteY2" fmla="*/ 0 h 146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277" h="146421">
                  <a:moveTo>
                    <a:pt x="0" y="0"/>
                  </a:moveTo>
                  <a:lnTo>
                    <a:pt x="262184" y="146421"/>
                  </a:lnTo>
                  <a:lnTo>
                    <a:pt x="524277" y="0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36E26F1-F972-405B-8516-02A5259E9A2C}"/>
                </a:ext>
              </a:extLst>
            </p:cNvPr>
            <p:cNvSpPr/>
            <p:nvPr/>
          </p:nvSpPr>
          <p:spPr>
            <a:xfrm>
              <a:off x="7324528" y="3402229"/>
              <a:ext cx="9043" cy="347377"/>
            </a:xfrm>
            <a:custGeom>
              <a:avLst/>
              <a:gdLst>
                <a:gd name="connsiteX0" fmla="*/ 0 w 9043"/>
                <a:gd name="connsiteY0" fmla="*/ 0 h 347377"/>
                <a:gd name="connsiteX1" fmla="*/ 0 w 9043"/>
                <a:gd name="connsiteY1" fmla="*/ 347378 h 34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347377">
                  <a:moveTo>
                    <a:pt x="0" y="0"/>
                  </a:moveTo>
                  <a:lnTo>
                    <a:pt x="0" y="347378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42B6049-7948-428A-B9F1-EABAF484F0C4}"/>
                </a:ext>
              </a:extLst>
            </p:cNvPr>
            <p:cNvSpPr/>
            <p:nvPr/>
          </p:nvSpPr>
          <p:spPr>
            <a:xfrm>
              <a:off x="4653436" y="1878235"/>
              <a:ext cx="491120" cy="658127"/>
            </a:xfrm>
            <a:custGeom>
              <a:avLst/>
              <a:gdLst>
                <a:gd name="connsiteX0" fmla="*/ 244136 w 491120"/>
                <a:gd name="connsiteY0" fmla="*/ -233 h 658127"/>
                <a:gd name="connsiteX1" fmla="*/ 46526 w 491120"/>
                <a:gd name="connsiteY1" fmla="*/ 271085 h 658127"/>
                <a:gd name="connsiteX2" fmla="*/ 225143 w 491120"/>
                <a:gd name="connsiteY2" fmla="*/ 657894 h 658127"/>
                <a:gd name="connsiteX3" fmla="*/ 239795 w 491120"/>
                <a:gd name="connsiteY3" fmla="*/ 657894 h 658127"/>
                <a:gd name="connsiteX4" fmla="*/ 248839 w 491120"/>
                <a:gd name="connsiteY4" fmla="*/ 657894 h 658127"/>
                <a:gd name="connsiteX5" fmla="*/ 262676 w 491120"/>
                <a:gd name="connsiteY5" fmla="*/ 657894 h 658127"/>
                <a:gd name="connsiteX6" fmla="*/ 444369 w 491120"/>
                <a:gd name="connsiteY6" fmla="*/ 272351 h 65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1120" h="658127">
                  <a:moveTo>
                    <a:pt x="244136" y="-233"/>
                  </a:moveTo>
                  <a:lnTo>
                    <a:pt x="46526" y="271085"/>
                  </a:lnTo>
                  <a:cubicBezTo>
                    <a:pt x="-65980" y="425465"/>
                    <a:pt x="34317" y="647946"/>
                    <a:pt x="225143" y="657894"/>
                  </a:cubicBezTo>
                  <a:cubicBezTo>
                    <a:pt x="230028" y="657894"/>
                    <a:pt x="234911" y="657894"/>
                    <a:pt x="239795" y="657894"/>
                  </a:cubicBezTo>
                  <a:lnTo>
                    <a:pt x="248839" y="657894"/>
                  </a:lnTo>
                  <a:cubicBezTo>
                    <a:pt x="253451" y="657894"/>
                    <a:pt x="257883" y="657894"/>
                    <a:pt x="262676" y="657894"/>
                  </a:cubicBezTo>
                  <a:cubicBezTo>
                    <a:pt x="453593" y="648850"/>
                    <a:pt x="555790" y="427726"/>
                    <a:pt x="444369" y="272351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991CA24-22C7-43E7-A042-3A3985CB2D3A}"/>
                </a:ext>
              </a:extLst>
            </p:cNvPr>
            <p:cNvSpPr/>
            <p:nvPr/>
          </p:nvSpPr>
          <p:spPr>
            <a:xfrm>
              <a:off x="8228651" y="5525294"/>
              <a:ext cx="665091" cy="665091"/>
            </a:xfrm>
            <a:custGeom>
              <a:avLst/>
              <a:gdLst>
                <a:gd name="connsiteX0" fmla="*/ 665091 w 665091"/>
                <a:gd name="connsiteY0" fmla="*/ 332546 h 665091"/>
                <a:gd name="connsiteX1" fmla="*/ 332545 w 665091"/>
                <a:gd name="connsiteY1" fmla="*/ 665092 h 665091"/>
                <a:gd name="connsiteX2" fmla="*/ -1 w 665091"/>
                <a:gd name="connsiteY2" fmla="*/ 332546 h 665091"/>
                <a:gd name="connsiteX3" fmla="*/ 332545 w 665091"/>
                <a:gd name="connsiteY3" fmla="*/ 0 h 665091"/>
                <a:gd name="connsiteX4" fmla="*/ 665091 w 665091"/>
                <a:gd name="connsiteY4" fmla="*/ 332546 h 66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091" h="665091">
                  <a:moveTo>
                    <a:pt x="665091" y="332546"/>
                  </a:moveTo>
                  <a:cubicBezTo>
                    <a:pt x="665091" y="516205"/>
                    <a:pt x="516206" y="665092"/>
                    <a:pt x="332545" y="665092"/>
                  </a:cubicBezTo>
                  <a:cubicBezTo>
                    <a:pt x="148886" y="665092"/>
                    <a:pt x="-1" y="516206"/>
                    <a:pt x="-1" y="332546"/>
                  </a:cubicBezTo>
                  <a:cubicBezTo>
                    <a:pt x="-1" y="148886"/>
                    <a:pt x="148885" y="0"/>
                    <a:pt x="332545" y="0"/>
                  </a:cubicBezTo>
                  <a:cubicBezTo>
                    <a:pt x="516205" y="0"/>
                    <a:pt x="665091" y="148885"/>
                    <a:pt x="665091" y="332546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FDE720A-FB9A-489A-B0BA-F7136AD8DD39}"/>
                </a:ext>
              </a:extLst>
            </p:cNvPr>
            <p:cNvSpPr/>
            <p:nvPr/>
          </p:nvSpPr>
          <p:spPr>
            <a:xfrm>
              <a:off x="8326416" y="5991228"/>
              <a:ext cx="466848" cy="97412"/>
            </a:xfrm>
            <a:custGeom>
              <a:avLst/>
              <a:gdLst>
                <a:gd name="connsiteX0" fmla="*/ 466200 w 466848"/>
                <a:gd name="connsiteY0" fmla="*/ 93833 h 97412"/>
                <a:gd name="connsiteX1" fmla="*/ -648 w 466848"/>
                <a:gd name="connsiteY1" fmla="*/ 97179 h 9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6848" h="97412">
                  <a:moveTo>
                    <a:pt x="466200" y="93833"/>
                  </a:moveTo>
                  <a:cubicBezTo>
                    <a:pt x="335876" y="-32881"/>
                    <a:pt x="127866" y="-31389"/>
                    <a:pt x="-648" y="97179"/>
                  </a:cubicBezTo>
                </a:path>
              </a:pathLst>
            </a:custGeom>
            <a:noFill/>
            <a:ln w="22138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77EE670-F637-4C39-B6D1-46F4017DB53D}"/>
                </a:ext>
              </a:extLst>
            </p:cNvPr>
            <p:cNvSpPr/>
            <p:nvPr/>
          </p:nvSpPr>
          <p:spPr>
            <a:xfrm>
              <a:off x="8336907" y="5612387"/>
              <a:ext cx="448579" cy="86991"/>
            </a:xfrm>
            <a:custGeom>
              <a:avLst/>
              <a:gdLst>
                <a:gd name="connsiteX0" fmla="*/ -648 w 448579"/>
                <a:gd name="connsiteY0" fmla="*/ -233 h 86991"/>
                <a:gd name="connsiteX1" fmla="*/ 447931 w 448579"/>
                <a:gd name="connsiteY1" fmla="*/ -233 h 8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8579" h="86991">
                  <a:moveTo>
                    <a:pt x="-648" y="-233"/>
                  </a:moveTo>
                  <a:cubicBezTo>
                    <a:pt x="126418" y="115755"/>
                    <a:pt x="320863" y="115755"/>
                    <a:pt x="447931" y="-233"/>
                  </a:cubicBezTo>
                </a:path>
              </a:pathLst>
            </a:custGeom>
            <a:noFill/>
            <a:ln w="22138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3ADBBEA-BEE5-4222-A74A-E01C91A0FBA6}"/>
                </a:ext>
              </a:extLst>
            </p:cNvPr>
            <p:cNvSpPr/>
            <p:nvPr/>
          </p:nvSpPr>
          <p:spPr>
            <a:xfrm>
              <a:off x="8561196" y="5525384"/>
              <a:ext cx="9043" cy="665000"/>
            </a:xfrm>
            <a:custGeom>
              <a:avLst/>
              <a:gdLst>
                <a:gd name="connsiteX0" fmla="*/ 0 w 9043"/>
                <a:gd name="connsiteY0" fmla="*/ 0 h 665000"/>
                <a:gd name="connsiteX1" fmla="*/ 0 w 9043"/>
                <a:gd name="connsiteY1" fmla="*/ 665001 h 66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665000">
                  <a:moveTo>
                    <a:pt x="0" y="0"/>
                  </a:moveTo>
                  <a:lnTo>
                    <a:pt x="0" y="665001"/>
                  </a:lnTo>
                </a:path>
              </a:pathLst>
            </a:custGeom>
            <a:ln w="22138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0504DD4-0207-469E-B708-E43A604F94B4}"/>
                </a:ext>
              </a:extLst>
            </p:cNvPr>
            <p:cNvSpPr/>
            <p:nvPr/>
          </p:nvSpPr>
          <p:spPr>
            <a:xfrm>
              <a:off x="8228651" y="5857840"/>
              <a:ext cx="665091" cy="9043"/>
            </a:xfrm>
            <a:custGeom>
              <a:avLst/>
              <a:gdLst>
                <a:gd name="connsiteX0" fmla="*/ 665091 w 665091"/>
                <a:gd name="connsiteY0" fmla="*/ 0 h 9043"/>
                <a:gd name="connsiteX1" fmla="*/ 0 w 665091"/>
                <a:gd name="connsiteY1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5091" h="9043">
                  <a:moveTo>
                    <a:pt x="665091" y="0"/>
                  </a:moveTo>
                  <a:lnTo>
                    <a:pt x="0" y="0"/>
                  </a:lnTo>
                </a:path>
              </a:pathLst>
            </a:custGeom>
            <a:ln w="22138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13BCC89-5C20-4BC1-ADA8-AA39EA9E13B0}"/>
                </a:ext>
              </a:extLst>
            </p:cNvPr>
            <p:cNvSpPr/>
            <p:nvPr/>
          </p:nvSpPr>
          <p:spPr>
            <a:xfrm>
              <a:off x="8413509" y="5525294"/>
              <a:ext cx="295375" cy="665091"/>
            </a:xfrm>
            <a:custGeom>
              <a:avLst/>
              <a:gdLst>
                <a:gd name="connsiteX0" fmla="*/ 295375 w 295375"/>
                <a:gd name="connsiteY0" fmla="*/ 332546 h 665091"/>
                <a:gd name="connsiteX1" fmla="*/ 147687 w 295375"/>
                <a:gd name="connsiteY1" fmla="*/ 665092 h 665091"/>
                <a:gd name="connsiteX2" fmla="*/ -1 w 295375"/>
                <a:gd name="connsiteY2" fmla="*/ 332546 h 665091"/>
                <a:gd name="connsiteX3" fmla="*/ 147687 w 295375"/>
                <a:gd name="connsiteY3" fmla="*/ 0 h 665091"/>
                <a:gd name="connsiteX4" fmla="*/ 295375 w 295375"/>
                <a:gd name="connsiteY4" fmla="*/ 332546 h 66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375" h="665091">
                  <a:moveTo>
                    <a:pt x="295375" y="332546"/>
                  </a:moveTo>
                  <a:cubicBezTo>
                    <a:pt x="295375" y="516205"/>
                    <a:pt x="229253" y="665092"/>
                    <a:pt x="147687" y="665092"/>
                  </a:cubicBezTo>
                  <a:cubicBezTo>
                    <a:pt x="66122" y="665092"/>
                    <a:pt x="-1" y="516206"/>
                    <a:pt x="-1" y="332546"/>
                  </a:cubicBezTo>
                  <a:cubicBezTo>
                    <a:pt x="-1" y="148886"/>
                    <a:pt x="66122" y="0"/>
                    <a:pt x="147687" y="0"/>
                  </a:cubicBezTo>
                  <a:cubicBezTo>
                    <a:pt x="229253" y="0"/>
                    <a:pt x="295375" y="148885"/>
                    <a:pt x="295375" y="332546"/>
                  </a:cubicBezTo>
                  <a:close/>
                </a:path>
              </a:pathLst>
            </a:custGeom>
            <a:noFill/>
            <a:ln w="22138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A733A46-64E7-44FB-97CD-D3E76A2A0CAB}"/>
                </a:ext>
              </a:extLst>
            </p:cNvPr>
            <p:cNvSpPr/>
            <p:nvPr/>
          </p:nvSpPr>
          <p:spPr>
            <a:xfrm>
              <a:off x="3314898" y="669422"/>
              <a:ext cx="742055" cy="664729"/>
            </a:xfrm>
            <a:custGeom>
              <a:avLst/>
              <a:gdLst>
                <a:gd name="connsiteX0" fmla="*/ 232957 w 742055"/>
                <a:gd name="connsiteY0" fmla="*/ 466977 h 664729"/>
                <a:gd name="connsiteX1" fmla="*/ -648 w 742055"/>
                <a:gd name="connsiteY1" fmla="*/ 233372 h 664729"/>
                <a:gd name="connsiteX2" fmla="*/ -648 w 742055"/>
                <a:gd name="connsiteY2" fmla="*/ 233372 h 664729"/>
                <a:gd name="connsiteX3" fmla="*/ 232957 w 742055"/>
                <a:gd name="connsiteY3" fmla="*/ -233 h 664729"/>
                <a:gd name="connsiteX4" fmla="*/ 507802 w 742055"/>
                <a:gd name="connsiteY4" fmla="*/ -233 h 664729"/>
                <a:gd name="connsiteX5" fmla="*/ 741407 w 742055"/>
                <a:gd name="connsiteY5" fmla="*/ 233372 h 664729"/>
                <a:gd name="connsiteX6" fmla="*/ 741407 w 742055"/>
                <a:gd name="connsiteY6" fmla="*/ 249922 h 664729"/>
                <a:gd name="connsiteX7" fmla="*/ 507892 w 742055"/>
                <a:gd name="connsiteY7" fmla="*/ 483437 h 664729"/>
                <a:gd name="connsiteX8" fmla="*/ 507802 w 742055"/>
                <a:gd name="connsiteY8" fmla="*/ 483437 h 664729"/>
                <a:gd name="connsiteX9" fmla="*/ 450102 w 742055"/>
                <a:gd name="connsiteY9" fmla="*/ 483437 h 664729"/>
                <a:gd name="connsiteX10" fmla="*/ 268409 w 742055"/>
                <a:gd name="connsiteY10" fmla="*/ 664496 h 664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055" h="664729">
                  <a:moveTo>
                    <a:pt x="232957" y="466977"/>
                  </a:moveTo>
                  <a:cubicBezTo>
                    <a:pt x="103945" y="466977"/>
                    <a:pt x="-648" y="362392"/>
                    <a:pt x="-648" y="233372"/>
                  </a:cubicBezTo>
                  <a:lnTo>
                    <a:pt x="-648" y="233372"/>
                  </a:lnTo>
                  <a:cubicBezTo>
                    <a:pt x="-603" y="104378"/>
                    <a:pt x="103963" y="-179"/>
                    <a:pt x="232957" y="-233"/>
                  </a:cubicBezTo>
                  <a:lnTo>
                    <a:pt x="507802" y="-233"/>
                  </a:lnTo>
                  <a:cubicBezTo>
                    <a:pt x="636814" y="-233"/>
                    <a:pt x="741407" y="104351"/>
                    <a:pt x="741407" y="233372"/>
                  </a:cubicBezTo>
                  <a:lnTo>
                    <a:pt x="741407" y="249922"/>
                  </a:lnTo>
                  <a:cubicBezTo>
                    <a:pt x="741407" y="378889"/>
                    <a:pt x="636859" y="483437"/>
                    <a:pt x="507892" y="483437"/>
                  </a:cubicBezTo>
                  <a:cubicBezTo>
                    <a:pt x="507865" y="483437"/>
                    <a:pt x="507829" y="483437"/>
                    <a:pt x="507802" y="483437"/>
                  </a:cubicBezTo>
                  <a:lnTo>
                    <a:pt x="450102" y="483437"/>
                  </a:lnTo>
                  <a:lnTo>
                    <a:pt x="268409" y="664496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1AEA597-ED1F-4EFC-83B4-5924ED25DF7E}"/>
                </a:ext>
              </a:extLst>
            </p:cNvPr>
            <p:cNvSpPr/>
            <p:nvPr/>
          </p:nvSpPr>
          <p:spPr>
            <a:xfrm>
              <a:off x="7322267" y="1875160"/>
              <a:ext cx="9043" cy="665000"/>
            </a:xfrm>
            <a:custGeom>
              <a:avLst/>
              <a:gdLst>
                <a:gd name="connsiteX0" fmla="*/ 0 w 9043"/>
                <a:gd name="connsiteY0" fmla="*/ 0 h 665000"/>
                <a:gd name="connsiteX1" fmla="*/ 0 w 9043"/>
                <a:gd name="connsiteY1" fmla="*/ 665001 h 66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665000">
                  <a:moveTo>
                    <a:pt x="0" y="0"/>
                  </a:moveTo>
                  <a:lnTo>
                    <a:pt x="0" y="665001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5B7F4B9-1EEC-4280-ACFE-4F5AF6850A20}"/>
                </a:ext>
              </a:extLst>
            </p:cNvPr>
            <p:cNvSpPr/>
            <p:nvPr/>
          </p:nvSpPr>
          <p:spPr>
            <a:xfrm>
              <a:off x="7005820" y="2207705"/>
              <a:ext cx="201770" cy="9043"/>
            </a:xfrm>
            <a:custGeom>
              <a:avLst/>
              <a:gdLst>
                <a:gd name="connsiteX0" fmla="*/ 201770 w 201770"/>
                <a:gd name="connsiteY0" fmla="*/ 0 h 9043"/>
                <a:gd name="connsiteX1" fmla="*/ 0 w 201770"/>
                <a:gd name="connsiteY1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70" h="9043">
                  <a:moveTo>
                    <a:pt x="201770" y="0"/>
                  </a:moveTo>
                  <a:lnTo>
                    <a:pt x="0" y="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13D1BF2-7FE2-4585-8001-7BD13EB46ECE}"/>
                </a:ext>
              </a:extLst>
            </p:cNvPr>
            <p:cNvSpPr/>
            <p:nvPr/>
          </p:nvSpPr>
          <p:spPr>
            <a:xfrm>
              <a:off x="7322267" y="2207705"/>
              <a:ext cx="321059" cy="9043"/>
            </a:xfrm>
            <a:custGeom>
              <a:avLst/>
              <a:gdLst>
                <a:gd name="connsiteX0" fmla="*/ 0 w 321059"/>
                <a:gd name="connsiteY0" fmla="*/ 0 h 9043"/>
                <a:gd name="connsiteX1" fmla="*/ 321060 w 321059"/>
                <a:gd name="connsiteY1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1059" h="9043">
                  <a:moveTo>
                    <a:pt x="0" y="0"/>
                  </a:moveTo>
                  <a:lnTo>
                    <a:pt x="321060" y="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4AB3ED8-DC90-4B1C-ADF0-B5AA1D1C6F10}"/>
                </a:ext>
              </a:extLst>
            </p:cNvPr>
            <p:cNvSpPr/>
            <p:nvPr/>
          </p:nvSpPr>
          <p:spPr>
            <a:xfrm>
              <a:off x="6111736" y="3437229"/>
              <a:ext cx="9043" cy="316085"/>
            </a:xfrm>
            <a:custGeom>
              <a:avLst/>
              <a:gdLst>
                <a:gd name="connsiteX0" fmla="*/ 0 w 9043"/>
                <a:gd name="connsiteY0" fmla="*/ 0 h 316085"/>
                <a:gd name="connsiteX1" fmla="*/ 0 w 9043"/>
                <a:gd name="connsiteY1" fmla="*/ 316086 h 316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316085">
                  <a:moveTo>
                    <a:pt x="0" y="0"/>
                  </a:moveTo>
                  <a:lnTo>
                    <a:pt x="0" y="316086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B630056-AB30-4796-97B0-F50C8DBC3AD2}"/>
                </a:ext>
              </a:extLst>
            </p:cNvPr>
            <p:cNvSpPr/>
            <p:nvPr/>
          </p:nvSpPr>
          <p:spPr>
            <a:xfrm>
              <a:off x="5906981" y="3333676"/>
              <a:ext cx="158992" cy="99392"/>
            </a:xfrm>
            <a:custGeom>
              <a:avLst/>
              <a:gdLst>
                <a:gd name="connsiteX0" fmla="*/ 158992 w 158992"/>
                <a:gd name="connsiteY0" fmla="*/ 0 h 99392"/>
                <a:gd name="connsiteX1" fmla="*/ 0 w 158992"/>
                <a:gd name="connsiteY1" fmla="*/ 99393 h 9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8992" h="99392">
                  <a:moveTo>
                    <a:pt x="158992" y="0"/>
                  </a:moveTo>
                  <a:lnTo>
                    <a:pt x="0" y="99393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0512217-FEAD-4A6D-85FB-8F5D391603C0}"/>
                </a:ext>
              </a:extLst>
            </p:cNvPr>
            <p:cNvSpPr/>
            <p:nvPr/>
          </p:nvSpPr>
          <p:spPr>
            <a:xfrm>
              <a:off x="6111736" y="3093198"/>
              <a:ext cx="9043" cy="161434"/>
            </a:xfrm>
            <a:custGeom>
              <a:avLst/>
              <a:gdLst>
                <a:gd name="connsiteX0" fmla="*/ 0 w 9043"/>
                <a:gd name="connsiteY0" fmla="*/ 0 h 161434"/>
                <a:gd name="connsiteX1" fmla="*/ 0 w 9043"/>
                <a:gd name="connsiteY1" fmla="*/ 161434 h 1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161434">
                  <a:moveTo>
                    <a:pt x="0" y="0"/>
                  </a:moveTo>
                  <a:lnTo>
                    <a:pt x="0" y="161434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D7377C7-1E67-432B-8F25-4610119171FF}"/>
                </a:ext>
              </a:extLst>
            </p:cNvPr>
            <p:cNvSpPr/>
            <p:nvPr/>
          </p:nvSpPr>
          <p:spPr>
            <a:xfrm>
              <a:off x="6166904" y="3339554"/>
              <a:ext cx="149586" cy="93514"/>
            </a:xfrm>
            <a:custGeom>
              <a:avLst/>
              <a:gdLst>
                <a:gd name="connsiteX0" fmla="*/ 0 w 149586"/>
                <a:gd name="connsiteY0" fmla="*/ 0 h 93514"/>
                <a:gd name="connsiteX1" fmla="*/ 149587 w 149586"/>
                <a:gd name="connsiteY1" fmla="*/ 93514 h 93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586" h="93514">
                  <a:moveTo>
                    <a:pt x="0" y="0"/>
                  </a:moveTo>
                  <a:lnTo>
                    <a:pt x="149587" y="93514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791AAB5-C2E2-46CD-A983-5298255A0788}"/>
                </a:ext>
              </a:extLst>
            </p:cNvPr>
            <p:cNvSpPr/>
            <p:nvPr/>
          </p:nvSpPr>
          <p:spPr>
            <a:xfrm>
              <a:off x="6061271" y="3254632"/>
              <a:ext cx="100930" cy="100930"/>
            </a:xfrm>
            <a:custGeom>
              <a:avLst/>
              <a:gdLst>
                <a:gd name="connsiteX0" fmla="*/ 100930 w 100930"/>
                <a:gd name="connsiteY0" fmla="*/ 50465 h 100930"/>
                <a:gd name="connsiteX1" fmla="*/ 50465 w 100930"/>
                <a:gd name="connsiteY1" fmla="*/ 100930 h 100930"/>
                <a:gd name="connsiteX2" fmla="*/ 0 w 100930"/>
                <a:gd name="connsiteY2" fmla="*/ 50465 h 100930"/>
                <a:gd name="connsiteX3" fmla="*/ 50465 w 100930"/>
                <a:gd name="connsiteY3" fmla="*/ 0 h 100930"/>
                <a:gd name="connsiteX4" fmla="*/ 100930 w 100930"/>
                <a:gd name="connsiteY4" fmla="*/ 50465 h 10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30" h="100930">
                  <a:moveTo>
                    <a:pt x="100930" y="50465"/>
                  </a:moveTo>
                  <a:cubicBezTo>
                    <a:pt x="100930" y="78336"/>
                    <a:pt x="78336" y="100930"/>
                    <a:pt x="50465" y="100930"/>
                  </a:cubicBezTo>
                  <a:cubicBezTo>
                    <a:pt x="22594" y="100930"/>
                    <a:pt x="0" y="78336"/>
                    <a:pt x="0" y="50465"/>
                  </a:cubicBezTo>
                  <a:cubicBezTo>
                    <a:pt x="0" y="22594"/>
                    <a:pt x="22594" y="0"/>
                    <a:pt x="50465" y="0"/>
                  </a:cubicBezTo>
                  <a:cubicBezTo>
                    <a:pt x="78337" y="0"/>
                    <a:pt x="100930" y="22594"/>
                    <a:pt x="100930" y="50465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F37EBBB-84A4-4A48-A1F1-27C31588914B}"/>
                </a:ext>
              </a:extLst>
            </p:cNvPr>
            <p:cNvSpPr/>
            <p:nvPr/>
          </p:nvSpPr>
          <p:spPr>
            <a:xfrm>
              <a:off x="8393070" y="660106"/>
              <a:ext cx="269057" cy="9043"/>
            </a:xfrm>
            <a:custGeom>
              <a:avLst/>
              <a:gdLst>
                <a:gd name="connsiteX0" fmla="*/ 0 w 269057"/>
                <a:gd name="connsiteY0" fmla="*/ 0 h 9043"/>
                <a:gd name="connsiteX1" fmla="*/ 269057 w 269057"/>
                <a:gd name="connsiteY1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9057" h="9043">
                  <a:moveTo>
                    <a:pt x="0" y="0"/>
                  </a:moveTo>
                  <a:lnTo>
                    <a:pt x="269057" y="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D302EC6-BCE0-4B47-B946-DAC76B613879}"/>
                </a:ext>
              </a:extLst>
            </p:cNvPr>
            <p:cNvSpPr/>
            <p:nvPr/>
          </p:nvSpPr>
          <p:spPr>
            <a:xfrm>
              <a:off x="8344866" y="723685"/>
              <a:ext cx="370348" cy="618695"/>
            </a:xfrm>
            <a:custGeom>
              <a:avLst/>
              <a:gdLst>
                <a:gd name="connsiteX0" fmla="*/ 67091 w 370348"/>
                <a:gd name="connsiteY0" fmla="*/ -233 h 618695"/>
                <a:gd name="connsiteX1" fmla="*/ 12827 w 370348"/>
                <a:gd name="connsiteY1" fmla="*/ 64792 h 618695"/>
                <a:gd name="connsiteX2" fmla="*/ -648 w 370348"/>
                <a:gd name="connsiteY2" fmla="*/ 101963 h 618695"/>
                <a:gd name="connsiteX3" fmla="*/ -648 w 370348"/>
                <a:gd name="connsiteY3" fmla="*/ 529470 h 618695"/>
                <a:gd name="connsiteX4" fmla="*/ 33899 w 370348"/>
                <a:gd name="connsiteY4" fmla="*/ 582649 h 618695"/>
                <a:gd name="connsiteX5" fmla="*/ 47556 w 370348"/>
                <a:gd name="connsiteY5" fmla="*/ 588708 h 618695"/>
                <a:gd name="connsiteX6" fmla="*/ 66910 w 370348"/>
                <a:gd name="connsiteY6" fmla="*/ 618463 h 618695"/>
                <a:gd name="connsiteX7" fmla="*/ 302052 w 370348"/>
                <a:gd name="connsiteY7" fmla="*/ 618463 h 618695"/>
                <a:gd name="connsiteX8" fmla="*/ 321406 w 370348"/>
                <a:gd name="connsiteY8" fmla="*/ 588708 h 618695"/>
                <a:gd name="connsiteX9" fmla="*/ 335063 w 370348"/>
                <a:gd name="connsiteY9" fmla="*/ 582649 h 618695"/>
                <a:gd name="connsiteX10" fmla="*/ 369701 w 370348"/>
                <a:gd name="connsiteY10" fmla="*/ 529470 h 618695"/>
                <a:gd name="connsiteX11" fmla="*/ 369701 w 370348"/>
                <a:gd name="connsiteY11" fmla="*/ 101963 h 618695"/>
                <a:gd name="connsiteX12" fmla="*/ 356225 w 370348"/>
                <a:gd name="connsiteY12" fmla="*/ 64792 h 618695"/>
                <a:gd name="connsiteX13" fmla="*/ 301962 w 370348"/>
                <a:gd name="connsiteY13" fmla="*/ -233 h 61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0348" h="618695">
                  <a:moveTo>
                    <a:pt x="67091" y="-233"/>
                  </a:moveTo>
                  <a:lnTo>
                    <a:pt x="12827" y="64792"/>
                  </a:lnTo>
                  <a:cubicBezTo>
                    <a:pt x="4144" y="75229"/>
                    <a:pt x="-648" y="88379"/>
                    <a:pt x="-648" y="101963"/>
                  </a:cubicBezTo>
                  <a:lnTo>
                    <a:pt x="-648" y="529470"/>
                  </a:lnTo>
                  <a:cubicBezTo>
                    <a:pt x="-648" y="552460"/>
                    <a:pt x="12918" y="573297"/>
                    <a:pt x="33899" y="582649"/>
                  </a:cubicBezTo>
                  <a:lnTo>
                    <a:pt x="47556" y="588708"/>
                  </a:lnTo>
                  <a:cubicBezTo>
                    <a:pt x="59313" y="593944"/>
                    <a:pt x="66910" y="605593"/>
                    <a:pt x="66910" y="618463"/>
                  </a:cubicBezTo>
                  <a:lnTo>
                    <a:pt x="302052" y="618463"/>
                  </a:lnTo>
                  <a:cubicBezTo>
                    <a:pt x="302052" y="605593"/>
                    <a:pt x="309649" y="593944"/>
                    <a:pt x="321406" y="588708"/>
                  </a:cubicBezTo>
                  <a:lnTo>
                    <a:pt x="335063" y="582649"/>
                  </a:lnTo>
                  <a:cubicBezTo>
                    <a:pt x="356135" y="573342"/>
                    <a:pt x="369701" y="552487"/>
                    <a:pt x="369701" y="529470"/>
                  </a:cubicBezTo>
                  <a:lnTo>
                    <a:pt x="369701" y="101963"/>
                  </a:lnTo>
                  <a:cubicBezTo>
                    <a:pt x="369701" y="88379"/>
                    <a:pt x="364907" y="75229"/>
                    <a:pt x="356225" y="64792"/>
                  </a:cubicBezTo>
                  <a:lnTo>
                    <a:pt x="301962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FB7BDD8-A3A4-4E4A-8B2E-BB57AD1F1E53}"/>
                </a:ext>
              </a:extLst>
            </p:cNvPr>
            <p:cNvSpPr/>
            <p:nvPr/>
          </p:nvSpPr>
          <p:spPr>
            <a:xfrm>
              <a:off x="8438199" y="778220"/>
              <a:ext cx="60232" cy="355788"/>
            </a:xfrm>
            <a:custGeom>
              <a:avLst/>
              <a:gdLst>
                <a:gd name="connsiteX0" fmla="*/ 60233 w 60232"/>
                <a:gd name="connsiteY0" fmla="*/ 0 h 355788"/>
                <a:gd name="connsiteX1" fmla="*/ 0 w 60232"/>
                <a:gd name="connsiteY1" fmla="*/ 81124 h 355788"/>
                <a:gd name="connsiteX2" fmla="*/ 0 w 60232"/>
                <a:gd name="connsiteY2" fmla="*/ 355789 h 355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232" h="355788">
                  <a:moveTo>
                    <a:pt x="60233" y="0"/>
                  </a:moveTo>
                  <a:lnTo>
                    <a:pt x="0" y="81124"/>
                  </a:lnTo>
                  <a:lnTo>
                    <a:pt x="0" y="355789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EBCB007-CD68-4CCB-8E11-42809DC4EDBF}"/>
                </a:ext>
              </a:extLst>
            </p:cNvPr>
            <p:cNvSpPr/>
            <p:nvPr/>
          </p:nvSpPr>
          <p:spPr>
            <a:xfrm>
              <a:off x="3685971" y="4641610"/>
              <a:ext cx="9043" cy="324767"/>
            </a:xfrm>
            <a:custGeom>
              <a:avLst/>
              <a:gdLst>
                <a:gd name="connsiteX0" fmla="*/ 0 w 9043"/>
                <a:gd name="connsiteY0" fmla="*/ 0 h 324767"/>
                <a:gd name="connsiteX1" fmla="*/ 0 w 9043"/>
                <a:gd name="connsiteY1" fmla="*/ 324768 h 324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43" h="324767">
                  <a:moveTo>
                    <a:pt x="0" y="0"/>
                  </a:moveTo>
                  <a:lnTo>
                    <a:pt x="0" y="324768"/>
                  </a:lnTo>
                </a:path>
              </a:pathLst>
            </a:custGeom>
            <a:ln w="40119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F4433F6-7A65-43A3-9953-2A21449D345E}"/>
                </a:ext>
              </a:extLst>
            </p:cNvPr>
            <p:cNvSpPr/>
            <p:nvPr/>
          </p:nvSpPr>
          <p:spPr>
            <a:xfrm>
              <a:off x="3503700" y="4314943"/>
              <a:ext cx="364546" cy="488824"/>
            </a:xfrm>
            <a:custGeom>
              <a:avLst/>
              <a:gdLst>
                <a:gd name="connsiteX0" fmla="*/ 181170 w 364546"/>
                <a:gd name="connsiteY0" fmla="*/ -233 h 488824"/>
                <a:gd name="connsiteX1" fmla="*/ 34387 w 364546"/>
                <a:gd name="connsiteY1" fmla="*/ 201175 h 488824"/>
                <a:gd name="connsiteX2" fmla="*/ 167061 w 364546"/>
                <a:gd name="connsiteY2" fmla="*/ 488591 h 488824"/>
                <a:gd name="connsiteX3" fmla="*/ 177914 w 364546"/>
                <a:gd name="connsiteY3" fmla="*/ 488591 h 488824"/>
                <a:gd name="connsiteX4" fmla="*/ 184426 w 364546"/>
                <a:gd name="connsiteY4" fmla="*/ 488591 h 488824"/>
                <a:gd name="connsiteX5" fmla="*/ 194645 w 364546"/>
                <a:gd name="connsiteY5" fmla="*/ 488591 h 488824"/>
                <a:gd name="connsiteX6" fmla="*/ 329671 w 364546"/>
                <a:gd name="connsiteY6" fmla="*/ 202260 h 48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546" h="488824">
                  <a:moveTo>
                    <a:pt x="181170" y="-233"/>
                  </a:moveTo>
                  <a:lnTo>
                    <a:pt x="34387" y="201175"/>
                  </a:lnTo>
                  <a:cubicBezTo>
                    <a:pt x="-49179" y="315943"/>
                    <a:pt x="25343" y="481537"/>
                    <a:pt x="167061" y="488591"/>
                  </a:cubicBezTo>
                  <a:lnTo>
                    <a:pt x="177914" y="488591"/>
                  </a:lnTo>
                  <a:lnTo>
                    <a:pt x="184426" y="488591"/>
                  </a:lnTo>
                  <a:cubicBezTo>
                    <a:pt x="187862" y="488591"/>
                    <a:pt x="191299" y="488591"/>
                    <a:pt x="194645" y="488591"/>
                  </a:cubicBezTo>
                  <a:cubicBezTo>
                    <a:pt x="336454" y="481628"/>
                    <a:pt x="412423" y="317661"/>
                    <a:pt x="329671" y="202260"/>
                  </a:cubicBezTo>
                  <a:close/>
                </a:path>
              </a:pathLst>
            </a:custGeom>
            <a:noFill/>
            <a:ln w="40119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E4337BC-45E0-4FDA-93B0-25720B675564}"/>
                </a:ext>
              </a:extLst>
            </p:cNvPr>
            <p:cNvSpPr/>
            <p:nvPr/>
          </p:nvSpPr>
          <p:spPr>
            <a:xfrm>
              <a:off x="4601202" y="4302011"/>
              <a:ext cx="595314" cy="676958"/>
            </a:xfrm>
            <a:custGeom>
              <a:avLst/>
              <a:gdLst>
                <a:gd name="connsiteX0" fmla="*/ 363115 w 595314"/>
                <a:gd name="connsiteY0" fmla="*/ 504599 h 676958"/>
                <a:gd name="connsiteX1" fmla="*/ 374872 w 595314"/>
                <a:gd name="connsiteY1" fmla="*/ 674897 h 676958"/>
                <a:gd name="connsiteX2" fmla="*/ 594666 w 595314"/>
                <a:gd name="connsiteY2" fmla="*/ 454975 h 676958"/>
                <a:gd name="connsiteX3" fmla="*/ 554484 w 595314"/>
                <a:gd name="connsiteY3" fmla="*/ 328333 h 676958"/>
                <a:gd name="connsiteX4" fmla="*/ 363115 w 595314"/>
                <a:gd name="connsiteY4" fmla="*/ 504599 h 676958"/>
                <a:gd name="connsiteX5" fmla="*/ 33824 w 595314"/>
                <a:gd name="connsiteY5" fmla="*/ 339186 h 676958"/>
                <a:gd name="connsiteX6" fmla="*/ 100831 w 595314"/>
                <a:gd name="connsiteY6" fmla="*/ 642284 h 676958"/>
                <a:gd name="connsiteX7" fmla="*/ 230168 w 595314"/>
                <a:gd name="connsiteY7" fmla="*/ 676434 h 676958"/>
                <a:gd name="connsiteX8" fmla="*/ 85176 w 595314"/>
                <a:gd name="connsiteY8" fmla="*/ 352761 h 676958"/>
                <a:gd name="connsiteX9" fmla="*/ 33734 w 595314"/>
                <a:gd name="connsiteY9" fmla="*/ 339186 h 676958"/>
                <a:gd name="connsiteX10" fmla="*/ 290311 w 595314"/>
                <a:gd name="connsiteY10" fmla="*/ -233 h 676958"/>
                <a:gd name="connsiteX11" fmla="*/ 396487 w 595314"/>
                <a:gd name="connsiteY11" fmla="*/ 200361 h 676958"/>
                <a:gd name="connsiteX12" fmla="*/ 290311 w 595314"/>
                <a:gd name="connsiteY12" fmla="*/ 400956 h 676958"/>
                <a:gd name="connsiteX13" fmla="*/ 184045 w 595314"/>
                <a:gd name="connsiteY13" fmla="*/ 200361 h 676958"/>
                <a:gd name="connsiteX14" fmla="*/ 290311 w 595314"/>
                <a:gd name="connsiteY14" fmla="*/ -233 h 67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95314" h="676958">
                  <a:moveTo>
                    <a:pt x="363115" y="504599"/>
                  </a:moveTo>
                  <a:cubicBezTo>
                    <a:pt x="346917" y="560988"/>
                    <a:pt x="351077" y="621275"/>
                    <a:pt x="374872" y="674897"/>
                  </a:cubicBezTo>
                  <a:cubicBezTo>
                    <a:pt x="496296" y="674860"/>
                    <a:pt x="594703" y="576399"/>
                    <a:pt x="594666" y="454975"/>
                  </a:cubicBezTo>
                  <a:cubicBezTo>
                    <a:pt x="594657" y="409629"/>
                    <a:pt x="580621" y="365395"/>
                    <a:pt x="554484" y="328333"/>
                  </a:cubicBezTo>
                  <a:cubicBezTo>
                    <a:pt x="462824" y="346819"/>
                    <a:pt x="389052" y="414766"/>
                    <a:pt x="363115" y="504599"/>
                  </a:cubicBezTo>
                  <a:close/>
                  <a:moveTo>
                    <a:pt x="33824" y="339186"/>
                  </a:moveTo>
                  <a:cubicBezTo>
                    <a:pt x="-31373" y="441391"/>
                    <a:pt x="-1366" y="577087"/>
                    <a:pt x="100831" y="642284"/>
                  </a:cubicBezTo>
                  <a:cubicBezTo>
                    <a:pt x="139340" y="666848"/>
                    <a:pt x="184551" y="678786"/>
                    <a:pt x="230168" y="676434"/>
                  </a:cubicBezTo>
                  <a:cubicBezTo>
                    <a:pt x="279512" y="547015"/>
                    <a:pt x="214595" y="402095"/>
                    <a:pt x="85176" y="352761"/>
                  </a:cubicBezTo>
                  <a:cubicBezTo>
                    <a:pt x="68553" y="346421"/>
                    <a:pt x="51316" y="341872"/>
                    <a:pt x="33734" y="339186"/>
                  </a:cubicBezTo>
                  <a:close/>
                  <a:moveTo>
                    <a:pt x="290311" y="-233"/>
                  </a:moveTo>
                  <a:cubicBezTo>
                    <a:pt x="290311" y="-233"/>
                    <a:pt x="396487" y="89573"/>
                    <a:pt x="396487" y="200361"/>
                  </a:cubicBezTo>
                  <a:cubicBezTo>
                    <a:pt x="396487" y="311149"/>
                    <a:pt x="290311" y="400956"/>
                    <a:pt x="290311" y="400956"/>
                  </a:cubicBezTo>
                  <a:cubicBezTo>
                    <a:pt x="290311" y="400956"/>
                    <a:pt x="184045" y="311149"/>
                    <a:pt x="184045" y="200361"/>
                  </a:cubicBezTo>
                  <a:cubicBezTo>
                    <a:pt x="184045" y="89573"/>
                    <a:pt x="290311" y="-233"/>
                    <a:pt x="290311" y="-233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AF2D72A-7E6B-4B44-B7BB-AE8BB8027B3C}"/>
                </a:ext>
              </a:extLst>
            </p:cNvPr>
            <p:cNvSpPr/>
            <p:nvPr/>
          </p:nvSpPr>
          <p:spPr>
            <a:xfrm>
              <a:off x="5958312" y="4466248"/>
              <a:ext cx="294998" cy="513521"/>
            </a:xfrm>
            <a:custGeom>
              <a:avLst/>
              <a:gdLst>
                <a:gd name="connsiteX0" fmla="*/ 215903 w 294998"/>
                <a:gd name="connsiteY0" fmla="*/ 513282 h 513521"/>
                <a:gd name="connsiteX1" fmla="*/ 77078 w 294998"/>
                <a:gd name="connsiteY1" fmla="*/ 513282 h 513521"/>
                <a:gd name="connsiteX2" fmla="*/ 43977 w 294998"/>
                <a:gd name="connsiteY2" fmla="*/ 483256 h 513521"/>
                <a:gd name="connsiteX3" fmla="*/ -609 w 294998"/>
                <a:gd name="connsiteY3" fmla="*/ 28346 h 513521"/>
                <a:gd name="connsiteX4" fmla="*/ 25039 w 294998"/>
                <a:gd name="connsiteY4" fmla="*/ -197 h 513521"/>
                <a:gd name="connsiteX5" fmla="*/ 26523 w 294998"/>
                <a:gd name="connsiteY5" fmla="*/ -233 h 513521"/>
                <a:gd name="connsiteX6" fmla="*/ 267182 w 294998"/>
                <a:gd name="connsiteY6" fmla="*/ -233 h 513521"/>
                <a:gd name="connsiteX7" fmla="*/ 294350 w 294998"/>
                <a:gd name="connsiteY7" fmla="*/ 26862 h 513521"/>
                <a:gd name="connsiteX8" fmla="*/ 294314 w 294998"/>
                <a:gd name="connsiteY8" fmla="*/ 28346 h 513521"/>
                <a:gd name="connsiteX9" fmla="*/ 249727 w 294998"/>
                <a:gd name="connsiteY9" fmla="*/ 483256 h 513521"/>
                <a:gd name="connsiteX10" fmla="*/ 215903 w 294998"/>
                <a:gd name="connsiteY10" fmla="*/ 513282 h 5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4998" h="513521">
                  <a:moveTo>
                    <a:pt x="215903" y="513282"/>
                  </a:moveTo>
                  <a:lnTo>
                    <a:pt x="77078" y="513282"/>
                  </a:lnTo>
                  <a:cubicBezTo>
                    <a:pt x="59985" y="513228"/>
                    <a:pt x="45696" y="500267"/>
                    <a:pt x="43977" y="483256"/>
                  </a:cubicBezTo>
                  <a:lnTo>
                    <a:pt x="-609" y="28346"/>
                  </a:lnTo>
                  <a:cubicBezTo>
                    <a:pt x="-1405" y="13387"/>
                    <a:pt x="10072" y="608"/>
                    <a:pt x="25039" y="-197"/>
                  </a:cubicBezTo>
                  <a:cubicBezTo>
                    <a:pt x="25528" y="-224"/>
                    <a:pt x="26025" y="-233"/>
                    <a:pt x="26523" y="-233"/>
                  </a:cubicBezTo>
                  <a:lnTo>
                    <a:pt x="267182" y="-233"/>
                  </a:lnTo>
                  <a:cubicBezTo>
                    <a:pt x="282168" y="-251"/>
                    <a:pt x="294332" y="11877"/>
                    <a:pt x="294350" y="26862"/>
                  </a:cubicBezTo>
                  <a:cubicBezTo>
                    <a:pt x="294350" y="27360"/>
                    <a:pt x="294341" y="27848"/>
                    <a:pt x="294314" y="28346"/>
                  </a:cubicBezTo>
                  <a:lnTo>
                    <a:pt x="249727" y="483256"/>
                  </a:lnTo>
                  <a:cubicBezTo>
                    <a:pt x="247991" y="500548"/>
                    <a:pt x="233276" y="513607"/>
                    <a:pt x="215903" y="513282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61B3840-6A53-4D9B-98BC-2D9E90E138B1}"/>
                </a:ext>
              </a:extLst>
            </p:cNvPr>
            <p:cNvSpPr/>
            <p:nvPr/>
          </p:nvSpPr>
          <p:spPr>
            <a:xfrm>
              <a:off x="6211456" y="4301649"/>
              <a:ext cx="294957" cy="513424"/>
            </a:xfrm>
            <a:custGeom>
              <a:avLst/>
              <a:gdLst>
                <a:gd name="connsiteX0" fmla="*/ 4903 w 294957"/>
                <a:gd name="connsiteY0" fmla="*/ 84418 h 513424"/>
                <a:gd name="connsiteX1" fmla="*/ -614 w 294957"/>
                <a:gd name="connsiteY1" fmla="*/ 28255 h 513424"/>
                <a:gd name="connsiteX2" fmla="*/ 25125 w 294957"/>
                <a:gd name="connsiteY2" fmla="*/ -198 h 513424"/>
                <a:gd name="connsiteX3" fmla="*/ 26518 w 294957"/>
                <a:gd name="connsiteY3" fmla="*/ -233 h 513424"/>
                <a:gd name="connsiteX4" fmla="*/ 267177 w 294957"/>
                <a:gd name="connsiteY4" fmla="*/ -233 h 513424"/>
                <a:gd name="connsiteX5" fmla="*/ 294309 w 294957"/>
                <a:gd name="connsiteY5" fmla="*/ 26862 h 513424"/>
                <a:gd name="connsiteX6" fmla="*/ 294309 w 294957"/>
                <a:gd name="connsiteY6" fmla="*/ 28255 h 513424"/>
                <a:gd name="connsiteX7" fmla="*/ 249723 w 294957"/>
                <a:gd name="connsiteY7" fmla="*/ 483165 h 513424"/>
                <a:gd name="connsiteX8" fmla="*/ 216621 w 294957"/>
                <a:gd name="connsiteY8" fmla="*/ 513191 h 513424"/>
                <a:gd name="connsiteX9" fmla="*/ 77074 w 294957"/>
                <a:gd name="connsiteY9" fmla="*/ 513191 h 513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4957" h="513424">
                  <a:moveTo>
                    <a:pt x="4903" y="84418"/>
                  </a:moveTo>
                  <a:lnTo>
                    <a:pt x="-614" y="28255"/>
                  </a:lnTo>
                  <a:cubicBezTo>
                    <a:pt x="-1364" y="13287"/>
                    <a:pt x="10158" y="553"/>
                    <a:pt x="25125" y="-198"/>
                  </a:cubicBezTo>
                  <a:cubicBezTo>
                    <a:pt x="25586" y="-225"/>
                    <a:pt x="26057" y="-233"/>
                    <a:pt x="26518" y="-233"/>
                  </a:cubicBezTo>
                  <a:lnTo>
                    <a:pt x="267177" y="-233"/>
                  </a:lnTo>
                  <a:cubicBezTo>
                    <a:pt x="282190" y="-252"/>
                    <a:pt x="294309" y="11876"/>
                    <a:pt x="294309" y="26862"/>
                  </a:cubicBezTo>
                  <a:cubicBezTo>
                    <a:pt x="294309" y="27332"/>
                    <a:pt x="294309" y="27794"/>
                    <a:pt x="294309" y="28255"/>
                  </a:cubicBezTo>
                  <a:lnTo>
                    <a:pt x="249723" y="483165"/>
                  </a:lnTo>
                  <a:cubicBezTo>
                    <a:pt x="248004" y="500195"/>
                    <a:pt x="233733" y="513182"/>
                    <a:pt x="216621" y="513191"/>
                  </a:cubicBezTo>
                  <a:lnTo>
                    <a:pt x="77074" y="513191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EDBB459-08D9-4951-9553-BFDC495CCE5B}"/>
                </a:ext>
              </a:extLst>
            </p:cNvPr>
            <p:cNvSpPr/>
            <p:nvPr/>
          </p:nvSpPr>
          <p:spPr>
            <a:xfrm>
              <a:off x="5712954" y="4301649"/>
              <a:ext cx="294813" cy="513424"/>
            </a:xfrm>
            <a:custGeom>
              <a:avLst/>
              <a:gdLst>
                <a:gd name="connsiteX0" fmla="*/ 215989 w 294813"/>
                <a:gd name="connsiteY0" fmla="*/ 513191 h 513424"/>
                <a:gd name="connsiteX1" fmla="*/ 77074 w 294813"/>
                <a:gd name="connsiteY1" fmla="*/ 513191 h 513424"/>
                <a:gd name="connsiteX2" fmla="*/ 43973 w 294813"/>
                <a:gd name="connsiteY2" fmla="*/ 483165 h 513424"/>
                <a:gd name="connsiteX3" fmla="*/ -614 w 294813"/>
                <a:gd name="connsiteY3" fmla="*/ 28255 h 513424"/>
                <a:gd name="connsiteX4" fmla="*/ 25126 w 294813"/>
                <a:gd name="connsiteY4" fmla="*/ -198 h 513424"/>
                <a:gd name="connsiteX5" fmla="*/ 26518 w 294813"/>
                <a:gd name="connsiteY5" fmla="*/ -233 h 513424"/>
                <a:gd name="connsiteX6" fmla="*/ 266997 w 294813"/>
                <a:gd name="connsiteY6" fmla="*/ -233 h 513424"/>
                <a:gd name="connsiteX7" fmla="*/ 294165 w 294813"/>
                <a:gd name="connsiteY7" fmla="*/ 26862 h 513424"/>
                <a:gd name="connsiteX8" fmla="*/ 294129 w 294813"/>
                <a:gd name="connsiteY8" fmla="*/ 28255 h 513424"/>
                <a:gd name="connsiteX9" fmla="*/ 288974 w 294813"/>
                <a:gd name="connsiteY9" fmla="*/ 80800 h 513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4813" h="513424">
                  <a:moveTo>
                    <a:pt x="215989" y="513191"/>
                  </a:moveTo>
                  <a:lnTo>
                    <a:pt x="77074" y="513191"/>
                  </a:lnTo>
                  <a:cubicBezTo>
                    <a:pt x="59981" y="513137"/>
                    <a:pt x="45692" y="500177"/>
                    <a:pt x="43973" y="483165"/>
                  </a:cubicBezTo>
                  <a:lnTo>
                    <a:pt x="-614" y="28255"/>
                  </a:lnTo>
                  <a:cubicBezTo>
                    <a:pt x="-1364" y="13287"/>
                    <a:pt x="10158" y="553"/>
                    <a:pt x="25126" y="-198"/>
                  </a:cubicBezTo>
                  <a:cubicBezTo>
                    <a:pt x="25587" y="-225"/>
                    <a:pt x="26057" y="-233"/>
                    <a:pt x="26518" y="-233"/>
                  </a:cubicBezTo>
                  <a:lnTo>
                    <a:pt x="266997" y="-233"/>
                  </a:lnTo>
                  <a:cubicBezTo>
                    <a:pt x="281982" y="-252"/>
                    <a:pt x="294147" y="11876"/>
                    <a:pt x="294165" y="26862"/>
                  </a:cubicBezTo>
                  <a:cubicBezTo>
                    <a:pt x="294165" y="27332"/>
                    <a:pt x="294156" y="27794"/>
                    <a:pt x="294129" y="28255"/>
                  </a:cubicBezTo>
                  <a:lnTo>
                    <a:pt x="288974" y="80800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57B5D95-882D-4326-9F84-F1D540AA9887}"/>
                </a:ext>
              </a:extLst>
            </p:cNvPr>
            <p:cNvSpPr/>
            <p:nvPr/>
          </p:nvSpPr>
          <p:spPr>
            <a:xfrm>
              <a:off x="7078825" y="4311688"/>
              <a:ext cx="491120" cy="658217"/>
            </a:xfrm>
            <a:custGeom>
              <a:avLst/>
              <a:gdLst>
                <a:gd name="connsiteX0" fmla="*/ 245688 w 491120"/>
                <a:gd name="connsiteY0" fmla="*/ 657984 h 658217"/>
                <a:gd name="connsiteX1" fmla="*/ 443298 w 491120"/>
                <a:gd name="connsiteY1" fmla="*/ 386666 h 658217"/>
                <a:gd name="connsiteX2" fmla="*/ 264680 w 491120"/>
                <a:gd name="connsiteY2" fmla="*/ -233 h 658217"/>
                <a:gd name="connsiteX3" fmla="*/ 250029 w 491120"/>
                <a:gd name="connsiteY3" fmla="*/ -233 h 658217"/>
                <a:gd name="connsiteX4" fmla="*/ 240985 w 491120"/>
                <a:gd name="connsiteY4" fmla="*/ -233 h 658217"/>
                <a:gd name="connsiteX5" fmla="*/ 227148 w 491120"/>
                <a:gd name="connsiteY5" fmla="*/ -233 h 658217"/>
                <a:gd name="connsiteX6" fmla="*/ 45455 w 491120"/>
                <a:gd name="connsiteY6" fmla="*/ 385310 h 658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1120" h="658217">
                  <a:moveTo>
                    <a:pt x="245688" y="657984"/>
                  </a:moveTo>
                  <a:lnTo>
                    <a:pt x="443298" y="386666"/>
                  </a:lnTo>
                  <a:cubicBezTo>
                    <a:pt x="555804" y="232286"/>
                    <a:pt x="455507" y="9805"/>
                    <a:pt x="264680" y="-233"/>
                  </a:cubicBezTo>
                  <a:cubicBezTo>
                    <a:pt x="259796" y="-233"/>
                    <a:pt x="254912" y="-233"/>
                    <a:pt x="250029" y="-233"/>
                  </a:cubicBezTo>
                  <a:lnTo>
                    <a:pt x="240985" y="-233"/>
                  </a:lnTo>
                  <a:cubicBezTo>
                    <a:pt x="236373" y="-233"/>
                    <a:pt x="231941" y="-233"/>
                    <a:pt x="227148" y="-233"/>
                  </a:cubicBezTo>
                  <a:cubicBezTo>
                    <a:pt x="36230" y="8810"/>
                    <a:pt x="-65967" y="229935"/>
                    <a:pt x="45455" y="385310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9CFA060-8C61-4840-8F94-DB0ECB66A544}"/>
                </a:ext>
              </a:extLst>
            </p:cNvPr>
            <p:cNvSpPr/>
            <p:nvPr/>
          </p:nvSpPr>
          <p:spPr>
            <a:xfrm>
              <a:off x="7241776" y="4452863"/>
              <a:ext cx="165504" cy="165504"/>
            </a:xfrm>
            <a:custGeom>
              <a:avLst/>
              <a:gdLst>
                <a:gd name="connsiteX0" fmla="*/ 165504 w 165504"/>
                <a:gd name="connsiteY0" fmla="*/ 82752 h 165504"/>
                <a:gd name="connsiteX1" fmla="*/ 82752 w 165504"/>
                <a:gd name="connsiteY1" fmla="*/ 165504 h 165504"/>
                <a:gd name="connsiteX2" fmla="*/ 0 w 165504"/>
                <a:gd name="connsiteY2" fmla="*/ 82752 h 165504"/>
                <a:gd name="connsiteX3" fmla="*/ 82752 w 165504"/>
                <a:gd name="connsiteY3" fmla="*/ 0 h 165504"/>
                <a:gd name="connsiteX4" fmla="*/ 165504 w 165504"/>
                <a:gd name="connsiteY4" fmla="*/ 82752 h 16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504" h="165504">
                  <a:moveTo>
                    <a:pt x="165504" y="82752"/>
                  </a:moveTo>
                  <a:cubicBezTo>
                    <a:pt x="165504" y="128455"/>
                    <a:pt x="128455" y="165504"/>
                    <a:pt x="82752" y="165504"/>
                  </a:cubicBezTo>
                  <a:cubicBezTo>
                    <a:pt x="37049" y="165504"/>
                    <a:pt x="0" y="128455"/>
                    <a:pt x="0" y="82752"/>
                  </a:cubicBezTo>
                  <a:cubicBezTo>
                    <a:pt x="0" y="37049"/>
                    <a:pt x="37049" y="0"/>
                    <a:pt x="82752" y="0"/>
                  </a:cubicBezTo>
                  <a:cubicBezTo>
                    <a:pt x="128455" y="0"/>
                    <a:pt x="165504" y="37049"/>
                    <a:pt x="165504" y="82752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AA92B1-9C4B-42A3-92AC-4F4CC329D559}"/>
                </a:ext>
              </a:extLst>
            </p:cNvPr>
            <p:cNvSpPr/>
            <p:nvPr/>
          </p:nvSpPr>
          <p:spPr>
            <a:xfrm>
              <a:off x="8196927" y="4318471"/>
              <a:ext cx="331711" cy="648631"/>
            </a:xfrm>
            <a:custGeom>
              <a:avLst/>
              <a:gdLst>
                <a:gd name="connsiteX0" fmla="*/ 232574 w 331711"/>
                <a:gd name="connsiteY0" fmla="*/ -233 h 648631"/>
                <a:gd name="connsiteX1" fmla="*/ 14434 w 331711"/>
                <a:gd name="connsiteY1" fmla="*/ 415254 h 648631"/>
                <a:gd name="connsiteX2" fmla="*/ 331063 w 331711"/>
                <a:gd name="connsiteY2" fmla="*/ 648398 h 64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711" h="648631">
                  <a:moveTo>
                    <a:pt x="232574" y="-233"/>
                  </a:moveTo>
                  <a:cubicBezTo>
                    <a:pt x="57574" y="54265"/>
                    <a:pt x="-40010" y="240290"/>
                    <a:pt x="14434" y="415254"/>
                  </a:cubicBezTo>
                  <a:cubicBezTo>
                    <a:pt x="57665" y="553861"/>
                    <a:pt x="185907" y="648317"/>
                    <a:pt x="331063" y="648398"/>
                  </a:cubicBez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6147047-BD47-4943-86B8-31C05132D2F2}"/>
                </a:ext>
              </a:extLst>
            </p:cNvPr>
            <p:cNvSpPr/>
            <p:nvPr/>
          </p:nvSpPr>
          <p:spPr>
            <a:xfrm>
              <a:off x="8489026" y="4889233"/>
              <a:ext cx="73821" cy="156641"/>
            </a:xfrm>
            <a:custGeom>
              <a:avLst/>
              <a:gdLst>
                <a:gd name="connsiteX0" fmla="*/ -648 w 73821"/>
                <a:gd name="connsiteY0" fmla="*/ -233 h 156641"/>
                <a:gd name="connsiteX1" fmla="*/ 69985 w 73821"/>
                <a:gd name="connsiteY1" fmla="*/ 70309 h 156641"/>
                <a:gd name="connsiteX2" fmla="*/ 69985 w 73821"/>
                <a:gd name="connsiteY2" fmla="*/ 85774 h 156641"/>
                <a:gd name="connsiteX3" fmla="*/ -648 w 73821"/>
                <a:gd name="connsiteY3" fmla="*/ 156408 h 156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21" h="156641">
                  <a:moveTo>
                    <a:pt x="-648" y="-233"/>
                  </a:moveTo>
                  <a:lnTo>
                    <a:pt x="69985" y="70309"/>
                  </a:lnTo>
                  <a:cubicBezTo>
                    <a:pt x="74236" y="74578"/>
                    <a:pt x="74236" y="81506"/>
                    <a:pt x="69985" y="85774"/>
                  </a:cubicBezTo>
                  <a:lnTo>
                    <a:pt x="-648" y="156408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E4E1EAC-6F86-45BC-A1C2-B095D4849320}"/>
                </a:ext>
              </a:extLst>
            </p:cNvPr>
            <p:cNvSpPr/>
            <p:nvPr/>
          </p:nvSpPr>
          <p:spPr>
            <a:xfrm>
              <a:off x="8531984" y="4314310"/>
              <a:ext cx="331923" cy="648541"/>
            </a:xfrm>
            <a:custGeom>
              <a:avLst/>
              <a:gdLst>
                <a:gd name="connsiteX0" fmla="*/ 97840 w 331923"/>
                <a:gd name="connsiteY0" fmla="*/ 648308 h 648541"/>
                <a:gd name="connsiteX1" fmla="*/ 316252 w 331923"/>
                <a:gd name="connsiteY1" fmla="*/ 233118 h 648541"/>
                <a:gd name="connsiteX2" fmla="*/ -648 w 331923"/>
                <a:gd name="connsiteY2" fmla="*/ -233 h 648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923" h="648541">
                  <a:moveTo>
                    <a:pt x="97840" y="648308"/>
                  </a:moveTo>
                  <a:cubicBezTo>
                    <a:pt x="272840" y="593972"/>
                    <a:pt x="370606" y="408091"/>
                    <a:pt x="316252" y="233118"/>
                  </a:cubicBezTo>
                  <a:cubicBezTo>
                    <a:pt x="273202" y="94303"/>
                    <a:pt x="144688" y="-279"/>
                    <a:pt x="-648" y="-233"/>
                  </a:cubicBez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9FE7FFD-B32F-402A-B073-6F6CC4B7BA81}"/>
                </a:ext>
              </a:extLst>
            </p:cNvPr>
            <p:cNvSpPr/>
            <p:nvPr/>
          </p:nvSpPr>
          <p:spPr>
            <a:xfrm>
              <a:off x="8497505" y="4235899"/>
              <a:ext cx="73729" cy="156550"/>
            </a:xfrm>
            <a:custGeom>
              <a:avLst/>
              <a:gdLst>
                <a:gd name="connsiteX0" fmla="*/ 73082 w 73729"/>
                <a:gd name="connsiteY0" fmla="*/ 156317 h 156550"/>
                <a:gd name="connsiteX1" fmla="*/ 2540 w 73729"/>
                <a:gd name="connsiteY1" fmla="*/ 85774 h 156550"/>
                <a:gd name="connsiteX2" fmla="*/ 2540 w 73729"/>
                <a:gd name="connsiteY2" fmla="*/ 70309 h 156550"/>
                <a:gd name="connsiteX3" fmla="*/ 73082 w 73729"/>
                <a:gd name="connsiteY3" fmla="*/ -233 h 15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29" h="156550">
                  <a:moveTo>
                    <a:pt x="73082" y="156317"/>
                  </a:moveTo>
                  <a:lnTo>
                    <a:pt x="2540" y="85774"/>
                  </a:lnTo>
                  <a:cubicBezTo>
                    <a:pt x="-1711" y="81506"/>
                    <a:pt x="-1711" y="74578"/>
                    <a:pt x="2540" y="70309"/>
                  </a:cubicBezTo>
                  <a:lnTo>
                    <a:pt x="73082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EA5BDA4-9439-4135-B6B6-CC1C9D162D6B}"/>
                </a:ext>
              </a:extLst>
            </p:cNvPr>
            <p:cNvSpPr/>
            <p:nvPr/>
          </p:nvSpPr>
          <p:spPr>
            <a:xfrm>
              <a:off x="3856913" y="5498433"/>
              <a:ext cx="235751" cy="718161"/>
            </a:xfrm>
            <a:custGeom>
              <a:avLst/>
              <a:gdLst>
                <a:gd name="connsiteX0" fmla="*/ 117363 w 235751"/>
                <a:gd name="connsiteY0" fmla="*/ 31059 h 718161"/>
                <a:gd name="connsiteX1" fmla="*/ 138797 w 235751"/>
                <a:gd name="connsiteY1" fmla="*/ 31059 h 718161"/>
                <a:gd name="connsiteX2" fmla="*/ 150735 w 235751"/>
                <a:gd name="connsiteY2" fmla="*/ 58191 h 718161"/>
                <a:gd name="connsiteX3" fmla="*/ 153086 w 235751"/>
                <a:gd name="connsiteY3" fmla="*/ 64521 h 718161"/>
                <a:gd name="connsiteX4" fmla="*/ 152182 w 235751"/>
                <a:gd name="connsiteY4" fmla="*/ 81343 h 718161"/>
                <a:gd name="connsiteX5" fmla="*/ 149198 w 235751"/>
                <a:gd name="connsiteY5" fmla="*/ 84780 h 718161"/>
                <a:gd name="connsiteX6" fmla="*/ 170180 w 235751"/>
                <a:gd name="connsiteY6" fmla="*/ 230116 h 718161"/>
                <a:gd name="connsiteX7" fmla="*/ 181756 w 235751"/>
                <a:gd name="connsiteY7" fmla="*/ 274884 h 718161"/>
                <a:gd name="connsiteX8" fmla="*/ 204547 w 235751"/>
                <a:gd name="connsiteY8" fmla="*/ 337286 h 718161"/>
                <a:gd name="connsiteX9" fmla="*/ 204547 w 235751"/>
                <a:gd name="connsiteY9" fmla="*/ 663411 h 718161"/>
                <a:gd name="connsiteX10" fmla="*/ 186459 w 235751"/>
                <a:gd name="connsiteY10" fmla="*/ 684755 h 718161"/>
                <a:gd name="connsiteX11" fmla="*/ 117725 w 235751"/>
                <a:gd name="connsiteY11" fmla="*/ 687739 h 718161"/>
                <a:gd name="connsiteX12" fmla="*/ 49262 w 235751"/>
                <a:gd name="connsiteY12" fmla="*/ 684845 h 718161"/>
                <a:gd name="connsiteX13" fmla="*/ 30541 w 235751"/>
                <a:gd name="connsiteY13" fmla="*/ 663411 h 718161"/>
                <a:gd name="connsiteX14" fmla="*/ 30541 w 235751"/>
                <a:gd name="connsiteY14" fmla="*/ 336925 h 718161"/>
                <a:gd name="connsiteX15" fmla="*/ 53332 w 235751"/>
                <a:gd name="connsiteY15" fmla="*/ 274521 h 718161"/>
                <a:gd name="connsiteX16" fmla="*/ 64908 w 235751"/>
                <a:gd name="connsiteY16" fmla="*/ 229844 h 718161"/>
                <a:gd name="connsiteX17" fmla="*/ 85890 w 235751"/>
                <a:gd name="connsiteY17" fmla="*/ 84418 h 718161"/>
                <a:gd name="connsiteX18" fmla="*/ 82905 w 235751"/>
                <a:gd name="connsiteY18" fmla="*/ 80981 h 718161"/>
                <a:gd name="connsiteX19" fmla="*/ 81911 w 235751"/>
                <a:gd name="connsiteY19" fmla="*/ 64431 h 718161"/>
                <a:gd name="connsiteX20" fmla="*/ 84353 w 235751"/>
                <a:gd name="connsiteY20" fmla="*/ 57829 h 718161"/>
                <a:gd name="connsiteX21" fmla="*/ 96291 w 235751"/>
                <a:gd name="connsiteY21" fmla="*/ 30697 h 718161"/>
                <a:gd name="connsiteX22" fmla="*/ 117725 w 235751"/>
                <a:gd name="connsiteY22" fmla="*/ 30697 h 718161"/>
                <a:gd name="connsiteX23" fmla="*/ 117725 w 235751"/>
                <a:gd name="connsiteY23" fmla="*/ -233 h 718161"/>
                <a:gd name="connsiteX24" fmla="*/ 94482 w 235751"/>
                <a:gd name="connsiteY24" fmla="*/ -233 h 718161"/>
                <a:gd name="connsiteX25" fmla="*/ 54236 w 235751"/>
                <a:gd name="connsiteY25" fmla="*/ 49418 h 718161"/>
                <a:gd name="connsiteX26" fmla="*/ 52790 w 235751"/>
                <a:gd name="connsiteY26" fmla="*/ 53307 h 718161"/>
                <a:gd name="connsiteX27" fmla="*/ 52790 w 235751"/>
                <a:gd name="connsiteY27" fmla="*/ 53940 h 718161"/>
                <a:gd name="connsiteX28" fmla="*/ 52790 w 235751"/>
                <a:gd name="connsiteY28" fmla="*/ 54573 h 718161"/>
                <a:gd name="connsiteX29" fmla="*/ 52790 w 235751"/>
                <a:gd name="connsiteY29" fmla="*/ 89392 h 718161"/>
                <a:gd name="connsiteX30" fmla="*/ 33797 w 235751"/>
                <a:gd name="connsiteY30" fmla="*/ 229031 h 718161"/>
                <a:gd name="connsiteX31" fmla="*/ 33164 w 235751"/>
                <a:gd name="connsiteY31" fmla="*/ 250193 h 718161"/>
                <a:gd name="connsiteX32" fmla="*/ 30903 w 235751"/>
                <a:gd name="connsiteY32" fmla="*/ 252635 h 718161"/>
                <a:gd name="connsiteX33" fmla="*/ -570 w 235751"/>
                <a:gd name="connsiteY33" fmla="*/ 336473 h 718161"/>
                <a:gd name="connsiteX34" fmla="*/ -570 w 235751"/>
                <a:gd name="connsiteY34" fmla="*/ 662597 h 718161"/>
                <a:gd name="connsiteX35" fmla="*/ 45102 w 235751"/>
                <a:gd name="connsiteY35" fmla="*/ 714780 h 718161"/>
                <a:gd name="connsiteX36" fmla="*/ 189805 w 235751"/>
                <a:gd name="connsiteY36" fmla="*/ 714780 h 718161"/>
                <a:gd name="connsiteX37" fmla="*/ 235025 w 235751"/>
                <a:gd name="connsiteY37" fmla="*/ 662597 h 718161"/>
                <a:gd name="connsiteX38" fmla="*/ 235025 w 235751"/>
                <a:gd name="connsiteY38" fmla="*/ 336925 h 718161"/>
                <a:gd name="connsiteX39" fmla="*/ 203552 w 235751"/>
                <a:gd name="connsiteY39" fmla="*/ 253087 h 718161"/>
                <a:gd name="connsiteX40" fmla="*/ 201291 w 235751"/>
                <a:gd name="connsiteY40" fmla="*/ 250646 h 718161"/>
                <a:gd name="connsiteX41" fmla="*/ 200658 w 235751"/>
                <a:gd name="connsiteY41" fmla="*/ 229392 h 718161"/>
                <a:gd name="connsiteX42" fmla="*/ 181666 w 235751"/>
                <a:gd name="connsiteY42" fmla="*/ 89935 h 718161"/>
                <a:gd name="connsiteX43" fmla="*/ 181666 w 235751"/>
                <a:gd name="connsiteY43" fmla="*/ 54663 h 718161"/>
                <a:gd name="connsiteX44" fmla="*/ 181666 w 235751"/>
                <a:gd name="connsiteY44" fmla="*/ 54121 h 718161"/>
                <a:gd name="connsiteX45" fmla="*/ 181666 w 235751"/>
                <a:gd name="connsiteY45" fmla="*/ 53578 h 718161"/>
                <a:gd name="connsiteX46" fmla="*/ 180309 w 235751"/>
                <a:gd name="connsiteY46" fmla="*/ 49870 h 718161"/>
                <a:gd name="connsiteX47" fmla="*/ 140154 w 235751"/>
                <a:gd name="connsiteY47" fmla="*/ 219 h 71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35751" h="718161">
                  <a:moveTo>
                    <a:pt x="117363" y="31059"/>
                  </a:moveTo>
                  <a:lnTo>
                    <a:pt x="138797" y="31059"/>
                  </a:lnTo>
                  <a:cubicBezTo>
                    <a:pt x="146756" y="31601"/>
                    <a:pt x="150735" y="58191"/>
                    <a:pt x="150735" y="58191"/>
                  </a:cubicBezTo>
                  <a:lnTo>
                    <a:pt x="153086" y="64521"/>
                  </a:lnTo>
                  <a:cubicBezTo>
                    <a:pt x="155103" y="70011"/>
                    <a:pt x="154778" y="76097"/>
                    <a:pt x="152182" y="81343"/>
                  </a:cubicBezTo>
                  <a:cubicBezTo>
                    <a:pt x="151413" y="82663"/>
                    <a:pt x="150400" y="83830"/>
                    <a:pt x="149198" y="84780"/>
                  </a:cubicBezTo>
                  <a:cubicBezTo>
                    <a:pt x="161262" y="132360"/>
                    <a:pt x="168298" y="181070"/>
                    <a:pt x="170180" y="230116"/>
                  </a:cubicBezTo>
                  <a:cubicBezTo>
                    <a:pt x="170180" y="260142"/>
                    <a:pt x="170180" y="263307"/>
                    <a:pt x="181756" y="274884"/>
                  </a:cubicBezTo>
                  <a:cubicBezTo>
                    <a:pt x="197474" y="291750"/>
                    <a:pt x="205695" y="314261"/>
                    <a:pt x="204547" y="337286"/>
                  </a:cubicBezTo>
                  <a:lnTo>
                    <a:pt x="204547" y="663411"/>
                  </a:lnTo>
                  <a:cubicBezTo>
                    <a:pt x="204628" y="674020"/>
                    <a:pt x="196941" y="683100"/>
                    <a:pt x="186459" y="684755"/>
                  </a:cubicBezTo>
                  <a:cubicBezTo>
                    <a:pt x="163622" y="687016"/>
                    <a:pt x="140669" y="688020"/>
                    <a:pt x="117725" y="687739"/>
                  </a:cubicBezTo>
                  <a:cubicBezTo>
                    <a:pt x="94871" y="688001"/>
                    <a:pt x="72017" y="687034"/>
                    <a:pt x="49262" y="684845"/>
                  </a:cubicBezTo>
                  <a:cubicBezTo>
                    <a:pt x="38536" y="683398"/>
                    <a:pt x="30532" y="674237"/>
                    <a:pt x="30541" y="663411"/>
                  </a:cubicBezTo>
                  <a:lnTo>
                    <a:pt x="30541" y="336925"/>
                  </a:lnTo>
                  <a:cubicBezTo>
                    <a:pt x="29393" y="313899"/>
                    <a:pt x="37613" y="291388"/>
                    <a:pt x="53332" y="274521"/>
                  </a:cubicBezTo>
                  <a:cubicBezTo>
                    <a:pt x="64547" y="262946"/>
                    <a:pt x="64547" y="259780"/>
                    <a:pt x="64908" y="229844"/>
                  </a:cubicBezTo>
                  <a:cubicBezTo>
                    <a:pt x="66771" y="180763"/>
                    <a:pt x="73799" y="132025"/>
                    <a:pt x="85890" y="84418"/>
                  </a:cubicBezTo>
                  <a:cubicBezTo>
                    <a:pt x="84687" y="83468"/>
                    <a:pt x="83674" y="82302"/>
                    <a:pt x="82905" y="80981"/>
                  </a:cubicBezTo>
                  <a:cubicBezTo>
                    <a:pt x="80337" y="75826"/>
                    <a:pt x="79975" y="69857"/>
                    <a:pt x="81911" y="64431"/>
                  </a:cubicBezTo>
                  <a:lnTo>
                    <a:pt x="84353" y="57829"/>
                  </a:lnTo>
                  <a:cubicBezTo>
                    <a:pt x="84353" y="57829"/>
                    <a:pt x="88332" y="31692"/>
                    <a:pt x="96291" y="30697"/>
                  </a:cubicBezTo>
                  <a:lnTo>
                    <a:pt x="117725" y="30697"/>
                  </a:lnTo>
                  <a:moveTo>
                    <a:pt x="117725" y="-233"/>
                  </a:moveTo>
                  <a:lnTo>
                    <a:pt x="94482" y="-233"/>
                  </a:lnTo>
                  <a:cubicBezTo>
                    <a:pt x="79740" y="671"/>
                    <a:pt x="61200" y="10077"/>
                    <a:pt x="54236" y="49418"/>
                  </a:cubicBezTo>
                  <a:lnTo>
                    <a:pt x="52790" y="53307"/>
                  </a:lnTo>
                  <a:lnTo>
                    <a:pt x="52790" y="53940"/>
                  </a:lnTo>
                  <a:lnTo>
                    <a:pt x="52790" y="54573"/>
                  </a:lnTo>
                  <a:cubicBezTo>
                    <a:pt x="48801" y="65832"/>
                    <a:pt x="48801" y="78123"/>
                    <a:pt x="52790" y="89392"/>
                  </a:cubicBezTo>
                  <a:cubicBezTo>
                    <a:pt x="41729" y="135173"/>
                    <a:pt x="35362" y="181957"/>
                    <a:pt x="33797" y="229031"/>
                  </a:cubicBezTo>
                  <a:cubicBezTo>
                    <a:pt x="33797" y="238075"/>
                    <a:pt x="33797" y="246576"/>
                    <a:pt x="33164" y="250193"/>
                  </a:cubicBezTo>
                  <a:lnTo>
                    <a:pt x="30903" y="252635"/>
                  </a:lnTo>
                  <a:cubicBezTo>
                    <a:pt x="9623" y="275245"/>
                    <a:pt x="-1709" y="305443"/>
                    <a:pt x="-570" y="336473"/>
                  </a:cubicBezTo>
                  <a:lnTo>
                    <a:pt x="-570" y="662597"/>
                  </a:lnTo>
                  <a:cubicBezTo>
                    <a:pt x="-461" y="688933"/>
                    <a:pt x="19010" y="711181"/>
                    <a:pt x="45102" y="714780"/>
                  </a:cubicBezTo>
                  <a:cubicBezTo>
                    <a:pt x="93243" y="718977"/>
                    <a:pt x="141664" y="718977"/>
                    <a:pt x="189805" y="714780"/>
                  </a:cubicBezTo>
                  <a:cubicBezTo>
                    <a:pt x="215734" y="711009"/>
                    <a:pt x="234979" y="688797"/>
                    <a:pt x="235025" y="662597"/>
                  </a:cubicBezTo>
                  <a:lnTo>
                    <a:pt x="235025" y="336925"/>
                  </a:lnTo>
                  <a:cubicBezTo>
                    <a:pt x="236164" y="305895"/>
                    <a:pt x="224832" y="275697"/>
                    <a:pt x="203552" y="253087"/>
                  </a:cubicBezTo>
                  <a:lnTo>
                    <a:pt x="201291" y="250646"/>
                  </a:lnTo>
                  <a:cubicBezTo>
                    <a:pt x="200839" y="247028"/>
                    <a:pt x="200748" y="238436"/>
                    <a:pt x="200658" y="229392"/>
                  </a:cubicBezTo>
                  <a:cubicBezTo>
                    <a:pt x="199093" y="182382"/>
                    <a:pt x="192726" y="135652"/>
                    <a:pt x="181666" y="89935"/>
                  </a:cubicBezTo>
                  <a:cubicBezTo>
                    <a:pt x="185744" y="78531"/>
                    <a:pt x="185744" y="66068"/>
                    <a:pt x="181666" y="54663"/>
                  </a:cubicBezTo>
                  <a:lnTo>
                    <a:pt x="181666" y="54121"/>
                  </a:lnTo>
                  <a:lnTo>
                    <a:pt x="181666" y="53578"/>
                  </a:lnTo>
                  <a:lnTo>
                    <a:pt x="180309" y="49870"/>
                  </a:lnTo>
                  <a:cubicBezTo>
                    <a:pt x="173345" y="10529"/>
                    <a:pt x="154805" y="1123"/>
                    <a:pt x="140154" y="219"/>
                  </a:cubicBezTo>
                  <a:close/>
                </a:path>
              </a:pathLst>
            </a:custGeom>
            <a:solidFill>
              <a:srgbClr val="231F20"/>
            </a:solidFill>
            <a:ln w="9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5F6C9E-0677-46E7-B787-DABECEAE9C88}"/>
                </a:ext>
              </a:extLst>
            </p:cNvPr>
            <p:cNvSpPr/>
            <p:nvPr/>
          </p:nvSpPr>
          <p:spPr>
            <a:xfrm>
              <a:off x="3567328" y="5498433"/>
              <a:ext cx="235837" cy="718181"/>
            </a:xfrm>
            <a:custGeom>
              <a:avLst/>
              <a:gdLst>
                <a:gd name="connsiteX0" fmla="*/ 117271 w 235837"/>
                <a:gd name="connsiteY0" fmla="*/ 31059 h 718181"/>
                <a:gd name="connsiteX1" fmla="*/ 138705 w 235837"/>
                <a:gd name="connsiteY1" fmla="*/ 31059 h 718181"/>
                <a:gd name="connsiteX2" fmla="*/ 150733 w 235837"/>
                <a:gd name="connsiteY2" fmla="*/ 58191 h 718181"/>
                <a:gd name="connsiteX3" fmla="*/ 152994 w 235837"/>
                <a:gd name="connsiteY3" fmla="*/ 64521 h 718181"/>
                <a:gd name="connsiteX4" fmla="*/ 152180 w 235837"/>
                <a:gd name="connsiteY4" fmla="*/ 81343 h 718181"/>
                <a:gd name="connsiteX5" fmla="*/ 149196 w 235837"/>
                <a:gd name="connsiteY5" fmla="*/ 84780 h 718181"/>
                <a:gd name="connsiteX6" fmla="*/ 170178 w 235837"/>
                <a:gd name="connsiteY6" fmla="*/ 230116 h 718181"/>
                <a:gd name="connsiteX7" fmla="*/ 181754 w 235837"/>
                <a:gd name="connsiteY7" fmla="*/ 274884 h 718181"/>
                <a:gd name="connsiteX8" fmla="*/ 204454 w 235837"/>
                <a:gd name="connsiteY8" fmla="*/ 337286 h 718181"/>
                <a:gd name="connsiteX9" fmla="*/ 204454 w 235837"/>
                <a:gd name="connsiteY9" fmla="*/ 663411 h 718181"/>
                <a:gd name="connsiteX10" fmla="*/ 186367 w 235837"/>
                <a:gd name="connsiteY10" fmla="*/ 684755 h 718181"/>
                <a:gd name="connsiteX11" fmla="*/ 117632 w 235837"/>
                <a:gd name="connsiteY11" fmla="*/ 687739 h 718181"/>
                <a:gd name="connsiteX12" fmla="*/ 49170 w 235837"/>
                <a:gd name="connsiteY12" fmla="*/ 684845 h 718181"/>
                <a:gd name="connsiteX13" fmla="*/ 30539 w 235837"/>
                <a:gd name="connsiteY13" fmla="*/ 663411 h 718181"/>
                <a:gd name="connsiteX14" fmla="*/ 30539 w 235837"/>
                <a:gd name="connsiteY14" fmla="*/ 336925 h 718181"/>
                <a:gd name="connsiteX15" fmla="*/ 53239 w 235837"/>
                <a:gd name="connsiteY15" fmla="*/ 274521 h 718181"/>
                <a:gd name="connsiteX16" fmla="*/ 64816 w 235837"/>
                <a:gd name="connsiteY16" fmla="*/ 229844 h 718181"/>
                <a:gd name="connsiteX17" fmla="*/ 85797 w 235837"/>
                <a:gd name="connsiteY17" fmla="*/ 84418 h 718181"/>
                <a:gd name="connsiteX18" fmla="*/ 82813 w 235837"/>
                <a:gd name="connsiteY18" fmla="*/ 80981 h 718181"/>
                <a:gd name="connsiteX19" fmla="*/ 81819 w 235837"/>
                <a:gd name="connsiteY19" fmla="*/ 64431 h 718181"/>
                <a:gd name="connsiteX20" fmla="*/ 84260 w 235837"/>
                <a:gd name="connsiteY20" fmla="*/ 57829 h 718181"/>
                <a:gd name="connsiteX21" fmla="*/ 96198 w 235837"/>
                <a:gd name="connsiteY21" fmla="*/ 30697 h 718181"/>
                <a:gd name="connsiteX22" fmla="*/ 117632 w 235837"/>
                <a:gd name="connsiteY22" fmla="*/ 30697 h 718181"/>
                <a:gd name="connsiteX23" fmla="*/ 117632 w 235837"/>
                <a:gd name="connsiteY23" fmla="*/ -233 h 718181"/>
                <a:gd name="connsiteX24" fmla="*/ 94389 w 235837"/>
                <a:gd name="connsiteY24" fmla="*/ -233 h 718181"/>
                <a:gd name="connsiteX25" fmla="*/ 54144 w 235837"/>
                <a:gd name="connsiteY25" fmla="*/ 49418 h 718181"/>
                <a:gd name="connsiteX26" fmla="*/ 52697 w 235837"/>
                <a:gd name="connsiteY26" fmla="*/ 53397 h 718181"/>
                <a:gd name="connsiteX27" fmla="*/ 52697 w 235837"/>
                <a:gd name="connsiteY27" fmla="*/ 53940 h 718181"/>
                <a:gd name="connsiteX28" fmla="*/ 52697 w 235837"/>
                <a:gd name="connsiteY28" fmla="*/ 54573 h 718181"/>
                <a:gd name="connsiteX29" fmla="*/ 52697 w 235837"/>
                <a:gd name="connsiteY29" fmla="*/ 89392 h 718181"/>
                <a:gd name="connsiteX30" fmla="*/ 33705 w 235837"/>
                <a:gd name="connsiteY30" fmla="*/ 229031 h 718181"/>
                <a:gd name="connsiteX31" fmla="*/ 33072 w 235837"/>
                <a:gd name="connsiteY31" fmla="*/ 250193 h 718181"/>
                <a:gd name="connsiteX32" fmla="*/ 30811 w 235837"/>
                <a:gd name="connsiteY32" fmla="*/ 252635 h 718181"/>
                <a:gd name="connsiteX33" fmla="*/ -572 w 235837"/>
                <a:gd name="connsiteY33" fmla="*/ 336473 h 718181"/>
                <a:gd name="connsiteX34" fmla="*/ -572 w 235837"/>
                <a:gd name="connsiteY34" fmla="*/ 662597 h 718181"/>
                <a:gd name="connsiteX35" fmla="*/ 44648 w 235837"/>
                <a:gd name="connsiteY35" fmla="*/ 714780 h 718181"/>
                <a:gd name="connsiteX36" fmla="*/ 189893 w 235837"/>
                <a:gd name="connsiteY36" fmla="*/ 714780 h 718181"/>
                <a:gd name="connsiteX37" fmla="*/ 235113 w 235837"/>
                <a:gd name="connsiteY37" fmla="*/ 662597 h 718181"/>
                <a:gd name="connsiteX38" fmla="*/ 235113 w 235837"/>
                <a:gd name="connsiteY38" fmla="*/ 336925 h 718181"/>
                <a:gd name="connsiteX39" fmla="*/ 203731 w 235837"/>
                <a:gd name="connsiteY39" fmla="*/ 253087 h 718181"/>
                <a:gd name="connsiteX40" fmla="*/ 201470 w 235837"/>
                <a:gd name="connsiteY40" fmla="*/ 250646 h 718181"/>
                <a:gd name="connsiteX41" fmla="*/ 200746 w 235837"/>
                <a:gd name="connsiteY41" fmla="*/ 229392 h 718181"/>
                <a:gd name="connsiteX42" fmla="*/ 181845 w 235837"/>
                <a:gd name="connsiteY42" fmla="*/ 89935 h 718181"/>
                <a:gd name="connsiteX43" fmla="*/ 181845 w 235837"/>
                <a:gd name="connsiteY43" fmla="*/ 54663 h 718181"/>
                <a:gd name="connsiteX44" fmla="*/ 181845 w 235837"/>
                <a:gd name="connsiteY44" fmla="*/ 54121 h 718181"/>
                <a:gd name="connsiteX45" fmla="*/ 181845 w 235837"/>
                <a:gd name="connsiteY45" fmla="*/ 53578 h 718181"/>
                <a:gd name="connsiteX46" fmla="*/ 180578 w 235837"/>
                <a:gd name="connsiteY46" fmla="*/ 49870 h 718181"/>
                <a:gd name="connsiteX47" fmla="*/ 140423 w 235837"/>
                <a:gd name="connsiteY47" fmla="*/ 219 h 7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35837" h="718181">
                  <a:moveTo>
                    <a:pt x="117271" y="31059"/>
                  </a:moveTo>
                  <a:lnTo>
                    <a:pt x="138705" y="31059"/>
                  </a:lnTo>
                  <a:cubicBezTo>
                    <a:pt x="146663" y="31601"/>
                    <a:pt x="150733" y="58191"/>
                    <a:pt x="150733" y="58191"/>
                  </a:cubicBezTo>
                  <a:lnTo>
                    <a:pt x="152994" y="64521"/>
                  </a:lnTo>
                  <a:cubicBezTo>
                    <a:pt x="155047" y="70002"/>
                    <a:pt x="154757" y="76089"/>
                    <a:pt x="152180" y="81343"/>
                  </a:cubicBezTo>
                  <a:cubicBezTo>
                    <a:pt x="151411" y="82663"/>
                    <a:pt x="150398" y="83830"/>
                    <a:pt x="149196" y="84780"/>
                  </a:cubicBezTo>
                  <a:cubicBezTo>
                    <a:pt x="161179" y="132369"/>
                    <a:pt x="168206" y="181080"/>
                    <a:pt x="170178" y="230116"/>
                  </a:cubicBezTo>
                  <a:cubicBezTo>
                    <a:pt x="170178" y="260142"/>
                    <a:pt x="170178" y="263307"/>
                    <a:pt x="181754" y="274884"/>
                  </a:cubicBezTo>
                  <a:cubicBezTo>
                    <a:pt x="197409" y="291786"/>
                    <a:pt x="205585" y="314279"/>
                    <a:pt x="204454" y="337286"/>
                  </a:cubicBezTo>
                  <a:lnTo>
                    <a:pt x="204454" y="663411"/>
                  </a:lnTo>
                  <a:cubicBezTo>
                    <a:pt x="204536" y="674020"/>
                    <a:pt x="196848" y="683100"/>
                    <a:pt x="186367" y="684755"/>
                  </a:cubicBezTo>
                  <a:cubicBezTo>
                    <a:pt x="163530" y="687025"/>
                    <a:pt x="140586" y="688020"/>
                    <a:pt x="117632" y="687739"/>
                  </a:cubicBezTo>
                  <a:cubicBezTo>
                    <a:pt x="94778" y="688001"/>
                    <a:pt x="71924" y="687034"/>
                    <a:pt x="49170" y="684845"/>
                  </a:cubicBezTo>
                  <a:cubicBezTo>
                    <a:pt x="38462" y="683389"/>
                    <a:pt x="30485" y="674218"/>
                    <a:pt x="30539" y="663411"/>
                  </a:cubicBezTo>
                  <a:lnTo>
                    <a:pt x="30539" y="336925"/>
                  </a:lnTo>
                  <a:cubicBezTo>
                    <a:pt x="29409" y="313917"/>
                    <a:pt x="37584" y="291425"/>
                    <a:pt x="53239" y="274521"/>
                  </a:cubicBezTo>
                  <a:cubicBezTo>
                    <a:pt x="64454" y="262946"/>
                    <a:pt x="64544" y="259780"/>
                    <a:pt x="64816" y="229844"/>
                  </a:cubicBezTo>
                  <a:cubicBezTo>
                    <a:pt x="66724" y="180772"/>
                    <a:pt x="73751" y="132025"/>
                    <a:pt x="85797" y="84418"/>
                  </a:cubicBezTo>
                  <a:cubicBezTo>
                    <a:pt x="84595" y="83468"/>
                    <a:pt x="83582" y="82302"/>
                    <a:pt x="82813" y="80981"/>
                  </a:cubicBezTo>
                  <a:cubicBezTo>
                    <a:pt x="80245" y="75826"/>
                    <a:pt x="79883" y="69857"/>
                    <a:pt x="81819" y="64431"/>
                  </a:cubicBezTo>
                  <a:lnTo>
                    <a:pt x="84260" y="57829"/>
                  </a:lnTo>
                  <a:cubicBezTo>
                    <a:pt x="84260" y="57829"/>
                    <a:pt x="88330" y="31692"/>
                    <a:pt x="96198" y="30697"/>
                  </a:cubicBezTo>
                  <a:lnTo>
                    <a:pt x="117632" y="30697"/>
                  </a:lnTo>
                  <a:moveTo>
                    <a:pt x="117632" y="-233"/>
                  </a:moveTo>
                  <a:lnTo>
                    <a:pt x="94389" y="-233"/>
                  </a:lnTo>
                  <a:cubicBezTo>
                    <a:pt x="79738" y="671"/>
                    <a:pt x="61108" y="10167"/>
                    <a:pt x="54144" y="49418"/>
                  </a:cubicBezTo>
                  <a:lnTo>
                    <a:pt x="52697" y="53397"/>
                  </a:lnTo>
                  <a:lnTo>
                    <a:pt x="52697" y="53940"/>
                  </a:lnTo>
                  <a:lnTo>
                    <a:pt x="52697" y="54573"/>
                  </a:lnTo>
                  <a:cubicBezTo>
                    <a:pt x="48754" y="65842"/>
                    <a:pt x="48754" y="78123"/>
                    <a:pt x="52697" y="89392"/>
                  </a:cubicBezTo>
                  <a:cubicBezTo>
                    <a:pt x="41636" y="135173"/>
                    <a:pt x="35269" y="181957"/>
                    <a:pt x="33705" y="229031"/>
                  </a:cubicBezTo>
                  <a:cubicBezTo>
                    <a:pt x="33705" y="238075"/>
                    <a:pt x="33705" y="246576"/>
                    <a:pt x="33072" y="250193"/>
                  </a:cubicBezTo>
                  <a:lnTo>
                    <a:pt x="30811" y="252635"/>
                  </a:lnTo>
                  <a:cubicBezTo>
                    <a:pt x="9602" y="275282"/>
                    <a:pt x="-1693" y="305461"/>
                    <a:pt x="-572" y="336473"/>
                  </a:cubicBezTo>
                  <a:lnTo>
                    <a:pt x="-572" y="662597"/>
                  </a:lnTo>
                  <a:cubicBezTo>
                    <a:pt x="-490" y="688788"/>
                    <a:pt x="18737" y="710973"/>
                    <a:pt x="44648" y="714780"/>
                  </a:cubicBezTo>
                  <a:cubicBezTo>
                    <a:pt x="92970" y="719004"/>
                    <a:pt x="141572" y="719004"/>
                    <a:pt x="189893" y="714780"/>
                  </a:cubicBezTo>
                  <a:cubicBezTo>
                    <a:pt x="215840" y="711046"/>
                    <a:pt x="235113" y="688816"/>
                    <a:pt x="235113" y="662597"/>
                  </a:cubicBezTo>
                  <a:lnTo>
                    <a:pt x="235113" y="336925"/>
                  </a:lnTo>
                  <a:cubicBezTo>
                    <a:pt x="236235" y="305913"/>
                    <a:pt x="224938" y="275743"/>
                    <a:pt x="203731" y="253087"/>
                  </a:cubicBezTo>
                  <a:lnTo>
                    <a:pt x="201470" y="250646"/>
                  </a:lnTo>
                  <a:cubicBezTo>
                    <a:pt x="201470" y="247028"/>
                    <a:pt x="200927" y="238436"/>
                    <a:pt x="200746" y="229392"/>
                  </a:cubicBezTo>
                  <a:cubicBezTo>
                    <a:pt x="199254" y="182382"/>
                    <a:pt x="192923" y="135652"/>
                    <a:pt x="181845" y="89935"/>
                  </a:cubicBezTo>
                  <a:cubicBezTo>
                    <a:pt x="185923" y="78531"/>
                    <a:pt x="185923" y="66068"/>
                    <a:pt x="181845" y="54663"/>
                  </a:cubicBezTo>
                  <a:lnTo>
                    <a:pt x="181845" y="54121"/>
                  </a:lnTo>
                  <a:lnTo>
                    <a:pt x="181845" y="53578"/>
                  </a:lnTo>
                  <a:lnTo>
                    <a:pt x="180578" y="49870"/>
                  </a:lnTo>
                  <a:cubicBezTo>
                    <a:pt x="173614" y="10529"/>
                    <a:pt x="154984" y="1123"/>
                    <a:pt x="140423" y="219"/>
                  </a:cubicBezTo>
                  <a:close/>
                </a:path>
              </a:pathLst>
            </a:custGeom>
            <a:solidFill>
              <a:srgbClr val="231F20"/>
            </a:solidFill>
            <a:ln w="9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E297ACC-0EEE-4A38-A682-540E1662C063}"/>
                </a:ext>
              </a:extLst>
            </p:cNvPr>
            <p:cNvSpPr/>
            <p:nvPr/>
          </p:nvSpPr>
          <p:spPr>
            <a:xfrm>
              <a:off x="3279007" y="5498433"/>
              <a:ext cx="235837" cy="718181"/>
            </a:xfrm>
            <a:custGeom>
              <a:avLst/>
              <a:gdLst>
                <a:gd name="connsiteX0" fmla="*/ 117361 w 235837"/>
                <a:gd name="connsiteY0" fmla="*/ 31059 h 718181"/>
                <a:gd name="connsiteX1" fmla="*/ 138705 w 235837"/>
                <a:gd name="connsiteY1" fmla="*/ 31059 h 718181"/>
                <a:gd name="connsiteX2" fmla="*/ 150733 w 235837"/>
                <a:gd name="connsiteY2" fmla="*/ 58191 h 718181"/>
                <a:gd name="connsiteX3" fmla="*/ 153085 w 235837"/>
                <a:gd name="connsiteY3" fmla="*/ 64521 h 718181"/>
                <a:gd name="connsiteX4" fmla="*/ 152180 w 235837"/>
                <a:gd name="connsiteY4" fmla="*/ 81343 h 718181"/>
                <a:gd name="connsiteX5" fmla="*/ 149196 w 235837"/>
                <a:gd name="connsiteY5" fmla="*/ 84780 h 718181"/>
                <a:gd name="connsiteX6" fmla="*/ 170178 w 235837"/>
                <a:gd name="connsiteY6" fmla="*/ 230116 h 718181"/>
                <a:gd name="connsiteX7" fmla="*/ 181754 w 235837"/>
                <a:gd name="connsiteY7" fmla="*/ 274884 h 718181"/>
                <a:gd name="connsiteX8" fmla="*/ 204454 w 235837"/>
                <a:gd name="connsiteY8" fmla="*/ 337286 h 718181"/>
                <a:gd name="connsiteX9" fmla="*/ 204454 w 235837"/>
                <a:gd name="connsiteY9" fmla="*/ 663411 h 718181"/>
                <a:gd name="connsiteX10" fmla="*/ 186367 w 235837"/>
                <a:gd name="connsiteY10" fmla="*/ 684755 h 718181"/>
                <a:gd name="connsiteX11" fmla="*/ 117632 w 235837"/>
                <a:gd name="connsiteY11" fmla="*/ 687739 h 718181"/>
                <a:gd name="connsiteX12" fmla="*/ 49170 w 235837"/>
                <a:gd name="connsiteY12" fmla="*/ 684845 h 718181"/>
                <a:gd name="connsiteX13" fmla="*/ 30449 w 235837"/>
                <a:gd name="connsiteY13" fmla="*/ 663411 h 718181"/>
                <a:gd name="connsiteX14" fmla="*/ 30449 w 235837"/>
                <a:gd name="connsiteY14" fmla="*/ 336925 h 718181"/>
                <a:gd name="connsiteX15" fmla="*/ 53149 w 235837"/>
                <a:gd name="connsiteY15" fmla="*/ 274521 h 718181"/>
                <a:gd name="connsiteX16" fmla="*/ 64725 w 235837"/>
                <a:gd name="connsiteY16" fmla="*/ 229844 h 718181"/>
                <a:gd name="connsiteX17" fmla="*/ 85707 w 235837"/>
                <a:gd name="connsiteY17" fmla="*/ 84418 h 718181"/>
                <a:gd name="connsiteX18" fmla="*/ 82723 w 235837"/>
                <a:gd name="connsiteY18" fmla="*/ 80981 h 718181"/>
                <a:gd name="connsiteX19" fmla="*/ 81819 w 235837"/>
                <a:gd name="connsiteY19" fmla="*/ 64431 h 718181"/>
                <a:gd name="connsiteX20" fmla="*/ 84170 w 235837"/>
                <a:gd name="connsiteY20" fmla="*/ 57829 h 718181"/>
                <a:gd name="connsiteX21" fmla="*/ 96198 w 235837"/>
                <a:gd name="connsiteY21" fmla="*/ 30697 h 718181"/>
                <a:gd name="connsiteX22" fmla="*/ 117632 w 235837"/>
                <a:gd name="connsiteY22" fmla="*/ 30697 h 718181"/>
                <a:gd name="connsiteX23" fmla="*/ 117632 w 235837"/>
                <a:gd name="connsiteY23" fmla="*/ -233 h 718181"/>
                <a:gd name="connsiteX24" fmla="*/ 94299 w 235837"/>
                <a:gd name="connsiteY24" fmla="*/ -233 h 718181"/>
                <a:gd name="connsiteX25" fmla="*/ 54054 w 235837"/>
                <a:gd name="connsiteY25" fmla="*/ 49418 h 718181"/>
                <a:gd name="connsiteX26" fmla="*/ 52697 w 235837"/>
                <a:gd name="connsiteY26" fmla="*/ 53397 h 718181"/>
                <a:gd name="connsiteX27" fmla="*/ 52697 w 235837"/>
                <a:gd name="connsiteY27" fmla="*/ 53940 h 718181"/>
                <a:gd name="connsiteX28" fmla="*/ 52697 w 235837"/>
                <a:gd name="connsiteY28" fmla="*/ 54483 h 718181"/>
                <a:gd name="connsiteX29" fmla="*/ 52697 w 235837"/>
                <a:gd name="connsiteY29" fmla="*/ 89392 h 718181"/>
                <a:gd name="connsiteX30" fmla="*/ 33795 w 235837"/>
                <a:gd name="connsiteY30" fmla="*/ 229031 h 718181"/>
                <a:gd name="connsiteX31" fmla="*/ 33072 w 235837"/>
                <a:gd name="connsiteY31" fmla="*/ 250193 h 718181"/>
                <a:gd name="connsiteX32" fmla="*/ 30811 w 235837"/>
                <a:gd name="connsiteY32" fmla="*/ 252635 h 718181"/>
                <a:gd name="connsiteX33" fmla="*/ -572 w 235837"/>
                <a:gd name="connsiteY33" fmla="*/ 336473 h 718181"/>
                <a:gd name="connsiteX34" fmla="*/ -572 w 235837"/>
                <a:gd name="connsiteY34" fmla="*/ 662597 h 718181"/>
                <a:gd name="connsiteX35" fmla="*/ 44648 w 235837"/>
                <a:gd name="connsiteY35" fmla="*/ 714780 h 718181"/>
                <a:gd name="connsiteX36" fmla="*/ 189893 w 235837"/>
                <a:gd name="connsiteY36" fmla="*/ 714780 h 718181"/>
                <a:gd name="connsiteX37" fmla="*/ 235113 w 235837"/>
                <a:gd name="connsiteY37" fmla="*/ 662597 h 718181"/>
                <a:gd name="connsiteX38" fmla="*/ 235113 w 235837"/>
                <a:gd name="connsiteY38" fmla="*/ 336925 h 718181"/>
                <a:gd name="connsiteX39" fmla="*/ 203731 w 235837"/>
                <a:gd name="connsiteY39" fmla="*/ 253087 h 718181"/>
                <a:gd name="connsiteX40" fmla="*/ 201470 w 235837"/>
                <a:gd name="connsiteY40" fmla="*/ 250646 h 718181"/>
                <a:gd name="connsiteX41" fmla="*/ 200837 w 235837"/>
                <a:gd name="connsiteY41" fmla="*/ 229392 h 718181"/>
                <a:gd name="connsiteX42" fmla="*/ 181845 w 235837"/>
                <a:gd name="connsiteY42" fmla="*/ 89935 h 718181"/>
                <a:gd name="connsiteX43" fmla="*/ 181845 w 235837"/>
                <a:gd name="connsiteY43" fmla="*/ 54663 h 718181"/>
                <a:gd name="connsiteX44" fmla="*/ 181845 w 235837"/>
                <a:gd name="connsiteY44" fmla="*/ 54121 h 718181"/>
                <a:gd name="connsiteX45" fmla="*/ 181845 w 235837"/>
                <a:gd name="connsiteY45" fmla="*/ 53578 h 718181"/>
                <a:gd name="connsiteX46" fmla="*/ 180488 w 235837"/>
                <a:gd name="connsiteY46" fmla="*/ 49870 h 718181"/>
                <a:gd name="connsiteX47" fmla="*/ 140333 w 235837"/>
                <a:gd name="connsiteY47" fmla="*/ 219 h 7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35837" h="718181">
                  <a:moveTo>
                    <a:pt x="117361" y="31059"/>
                  </a:moveTo>
                  <a:lnTo>
                    <a:pt x="138705" y="31059"/>
                  </a:lnTo>
                  <a:cubicBezTo>
                    <a:pt x="146663" y="31601"/>
                    <a:pt x="150733" y="58191"/>
                    <a:pt x="150733" y="58191"/>
                  </a:cubicBezTo>
                  <a:lnTo>
                    <a:pt x="153085" y="64521"/>
                  </a:lnTo>
                  <a:cubicBezTo>
                    <a:pt x="155101" y="70011"/>
                    <a:pt x="154776" y="76097"/>
                    <a:pt x="152180" y="81343"/>
                  </a:cubicBezTo>
                  <a:cubicBezTo>
                    <a:pt x="151411" y="82663"/>
                    <a:pt x="150398" y="83830"/>
                    <a:pt x="149196" y="84780"/>
                  </a:cubicBezTo>
                  <a:cubicBezTo>
                    <a:pt x="161224" y="132360"/>
                    <a:pt x="168251" y="181070"/>
                    <a:pt x="170178" y="230116"/>
                  </a:cubicBezTo>
                  <a:cubicBezTo>
                    <a:pt x="170178" y="260142"/>
                    <a:pt x="170178" y="263307"/>
                    <a:pt x="181754" y="274884"/>
                  </a:cubicBezTo>
                  <a:cubicBezTo>
                    <a:pt x="197409" y="291786"/>
                    <a:pt x="205585" y="314279"/>
                    <a:pt x="204454" y="337286"/>
                  </a:cubicBezTo>
                  <a:lnTo>
                    <a:pt x="204454" y="663411"/>
                  </a:lnTo>
                  <a:cubicBezTo>
                    <a:pt x="204536" y="674020"/>
                    <a:pt x="196848" y="683100"/>
                    <a:pt x="186367" y="684755"/>
                  </a:cubicBezTo>
                  <a:cubicBezTo>
                    <a:pt x="163530" y="687016"/>
                    <a:pt x="140586" y="688020"/>
                    <a:pt x="117632" y="687739"/>
                  </a:cubicBezTo>
                  <a:cubicBezTo>
                    <a:pt x="94778" y="688001"/>
                    <a:pt x="71925" y="687034"/>
                    <a:pt x="49170" y="684845"/>
                  </a:cubicBezTo>
                  <a:cubicBezTo>
                    <a:pt x="38425" y="683434"/>
                    <a:pt x="30404" y="674246"/>
                    <a:pt x="30449" y="663411"/>
                  </a:cubicBezTo>
                  <a:lnTo>
                    <a:pt x="30449" y="336925"/>
                  </a:lnTo>
                  <a:cubicBezTo>
                    <a:pt x="29318" y="313917"/>
                    <a:pt x="37494" y="291425"/>
                    <a:pt x="53149" y="274521"/>
                  </a:cubicBezTo>
                  <a:cubicBezTo>
                    <a:pt x="64363" y="262946"/>
                    <a:pt x="64454" y="259780"/>
                    <a:pt x="64725" y="229844"/>
                  </a:cubicBezTo>
                  <a:cubicBezTo>
                    <a:pt x="66679" y="180772"/>
                    <a:pt x="73706" y="132034"/>
                    <a:pt x="85707" y="84418"/>
                  </a:cubicBezTo>
                  <a:cubicBezTo>
                    <a:pt x="84505" y="83468"/>
                    <a:pt x="83492" y="82302"/>
                    <a:pt x="82723" y="80981"/>
                  </a:cubicBezTo>
                  <a:cubicBezTo>
                    <a:pt x="80173" y="75817"/>
                    <a:pt x="79847" y="69839"/>
                    <a:pt x="81819" y="64431"/>
                  </a:cubicBezTo>
                  <a:lnTo>
                    <a:pt x="84170" y="57829"/>
                  </a:lnTo>
                  <a:cubicBezTo>
                    <a:pt x="84170" y="57829"/>
                    <a:pt x="88239" y="31692"/>
                    <a:pt x="96198" y="30697"/>
                  </a:cubicBezTo>
                  <a:lnTo>
                    <a:pt x="117632" y="30697"/>
                  </a:lnTo>
                  <a:moveTo>
                    <a:pt x="117632" y="-233"/>
                  </a:moveTo>
                  <a:lnTo>
                    <a:pt x="94299" y="-233"/>
                  </a:lnTo>
                  <a:cubicBezTo>
                    <a:pt x="79648" y="671"/>
                    <a:pt x="61017" y="10167"/>
                    <a:pt x="54054" y="49418"/>
                  </a:cubicBezTo>
                  <a:lnTo>
                    <a:pt x="52697" y="53397"/>
                  </a:lnTo>
                  <a:lnTo>
                    <a:pt x="52697" y="53940"/>
                  </a:lnTo>
                  <a:lnTo>
                    <a:pt x="52697" y="54483"/>
                  </a:lnTo>
                  <a:cubicBezTo>
                    <a:pt x="48754" y="65788"/>
                    <a:pt x="48754" y="78087"/>
                    <a:pt x="52697" y="89392"/>
                  </a:cubicBezTo>
                  <a:cubicBezTo>
                    <a:pt x="41654" y="135173"/>
                    <a:pt x="35323" y="181966"/>
                    <a:pt x="33795" y="229031"/>
                  </a:cubicBezTo>
                  <a:cubicBezTo>
                    <a:pt x="33795" y="238075"/>
                    <a:pt x="33795" y="246576"/>
                    <a:pt x="33072" y="250193"/>
                  </a:cubicBezTo>
                  <a:cubicBezTo>
                    <a:pt x="32620" y="250646"/>
                    <a:pt x="31986" y="251460"/>
                    <a:pt x="30811" y="252635"/>
                  </a:cubicBezTo>
                  <a:cubicBezTo>
                    <a:pt x="9602" y="275282"/>
                    <a:pt x="-1693" y="305461"/>
                    <a:pt x="-572" y="336473"/>
                  </a:cubicBezTo>
                  <a:lnTo>
                    <a:pt x="-572" y="662597"/>
                  </a:lnTo>
                  <a:cubicBezTo>
                    <a:pt x="-490" y="688788"/>
                    <a:pt x="18737" y="710973"/>
                    <a:pt x="44648" y="714780"/>
                  </a:cubicBezTo>
                  <a:cubicBezTo>
                    <a:pt x="92970" y="719004"/>
                    <a:pt x="141572" y="719004"/>
                    <a:pt x="189893" y="714780"/>
                  </a:cubicBezTo>
                  <a:cubicBezTo>
                    <a:pt x="215840" y="711046"/>
                    <a:pt x="235113" y="688816"/>
                    <a:pt x="235113" y="662597"/>
                  </a:cubicBezTo>
                  <a:lnTo>
                    <a:pt x="235113" y="336925"/>
                  </a:lnTo>
                  <a:cubicBezTo>
                    <a:pt x="236235" y="305913"/>
                    <a:pt x="224938" y="275743"/>
                    <a:pt x="203731" y="253087"/>
                  </a:cubicBezTo>
                  <a:lnTo>
                    <a:pt x="201470" y="250646"/>
                  </a:lnTo>
                  <a:cubicBezTo>
                    <a:pt x="201470" y="247028"/>
                    <a:pt x="200927" y="238436"/>
                    <a:pt x="200837" y="229392"/>
                  </a:cubicBezTo>
                  <a:cubicBezTo>
                    <a:pt x="199272" y="182382"/>
                    <a:pt x="192905" y="135652"/>
                    <a:pt x="181845" y="89935"/>
                  </a:cubicBezTo>
                  <a:cubicBezTo>
                    <a:pt x="185923" y="78531"/>
                    <a:pt x="185923" y="66068"/>
                    <a:pt x="181845" y="54663"/>
                  </a:cubicBezTo>
                  <a:lnTo>
                    <a:pt x="181845" y="54121"/>
                  </a:lnTo>
                  <a:lnTo>
                    <a:pt x="181845" y="53578"/>
                  </a:lnTo>
                  <a:lnTo>
                    <a:pt x="180488" y="49870"/>
                  </a:lnTo>
                  <a:cubicBezTo>
                    <a:pt x="173524" y="10529"/>
                    <a:pt x="154893" y="1123"/>
                    <a:pt x="140333" y="219"/>
                  </a:cubicBezTo>
                  <a:close/>
                </a:path>
              </a:pathLst>
            </a:custGeom>
            <a:solidFill>
              <a:srgbClr val="231F20"/>
            </a:solidFill>
            <a:ln w="9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2F41327-B169-4F55-B49A-EFDBE7B5CB90}"/>
                </a:ext>
              </a:extLst>
            </p:cNvPr>
            <p:cNvSpPr/>
            <p:nvPr/>
          </p:nvSpPr>
          <p:spPr>
            <a:xfrm>
              <a:off x="3278813" y="5836225"/>
              <a:ext cx="236679" cy="287778"/>
            </a:xfrm>
            <a:custGeom>
              <a:avLst/>
              <a:gdLst>
                <a:gd name="connsiteX0" fmla="*/ 205011 w 236679"/>
                <a:gd name="connsiteY0" fmla="*/ 30787 h 287778"/>
                <a:gd name="connsiteX1" fmla="*/ 205011 w 236679"/>
                <a:gd name="connsiteY1" fmla="*/ 208139 h 287778"/>
                <a:gd name="connsiteX2" fmla="*/ 117918 w 236679"/>
                <a:gd name="connsiteY2" fmla="*/ 252364 h 287778"/>
                <a:gd name="connsiteX3" fmla="*/ 30734 w 236679"/>
                <a:gd name="connsiteY3" fmla="*/ 208139 h 287778"/>
                <a:gd name="connsiteX4" fmla="*/ 30734 w 236679"/>
                <a:gd name="connsiteY4" fmla="*/ 30787 h 287778"/>
                <a:gd name="connsiteX5" fmla="*/ 205011 w 236679"/>
                <a:gd name="connsiteY5" fmla="*/ 30787 h 287778"/>
                <a:gd name="connsiteX6" fmla="*/ 236031 w 236679"/>
                <a:gd name="connsiteY6" fmla="*/ -233 h 287778"/>
                <a:gd name="connsiteX7" fmla="*/ -648 w 236679"/>
                <a:gd name="connsiteY7" fmla="*/ -233 h 287778"/>
                <a:gd name="connsiteX8" fmla="*/ -648 w 236679"/>
                <a:gd name="connsiteY8" fmla="*/ 227131 h 287778"/>
                <a:gd name="connsiteX9" fmla="*/ 16354 w 236679"/>
                <a:gd name="connsiteY9" fmla="*/ 236175 h 287778"/>
                <a:gd name="connsiteX10" fmla="*/ 103448 w 236679"/>
                <a:gd name="connsiteY10" fmla="*/ 280400 h 287778"/>
                <a:gd name="connsiteX11" fmla="*/ 117556 w 236679"/>
                <a:gd name="connsiteY11" fmla="*/ 287545 h 287778"/>
                <a:gd name="connsiteX12" fmla="*/ 131574 w 236679"/>
                <a:gd name="connsiteY12" fmla="*/ 280400 h 287778"/>
                <a:gd name="connsiteX13" fmla="*/ 218758 w 236679"/>
                <a:gd name="connsiteY13" fmla="*/ 236175 h 287778"/>
                <a:gd name="connsiteX14" fmla="*/ 235670 w 236679"/>
                <a:gd name="connsiteY14" fmla="*/ 227131 h 287778"/>
                <a:gd name="connsiteX15" fmla="*/ 235670 w 236679"/>
                <a:gd name="connsiteY15" fmla="*/ -233 h 28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679" h="287778">
                  <a:moveTo>
                    <a:pt x="205011" y="30787"/>
                  </a:moveTo>
                  <a:lnTo>
                    <a:pt x="205011" y="208139"/>
                  </a:lnTo>
                  <a:lnTo>
                    <a:pt x="117918" y="252364"/>
                  </a:lnTo>
                  <a:lnTo>
                    <a:pt x="30734" y="208139"/>
                  </a:lnTo>
                  <a:lnTo>
                    <a:pt x="30734" y="30787"/>
                  </a:lnTo>
                  <a:lnTo>
                    <a:pt x="205011" y="30787"/>
                  </a:lnTo>
                  <a:moveTo>
                    <a:pt x="236031" y="-233"/>
                  </a:moveTo>
                  <a:lnTo>
                    <a:pt x="-648" y="-233"/>
                  </a:lnTo>
                  <a:lnTo>
                    <a:pt x="-648" y="227131"/>
                  </a:lnTo>
                  <a:lnTo>
                    <a:pt x="16354" y="236175"/>
                  </a:lnTo>
                  <a:lnTo>
                    <a:pt x="103448" y="280400"/>
                  </a:lnTo>
                  <a:lnTo>
                    <a:pt x="117556" y="287545"/>
                  </a:lnTo>
                  <a:lnTo>
                    <a:pt x="131574" y="280400"/>
                  </a:lnTo>
                  <a:lnTo>
                    <a:pt x="218758" y="236175"/>
                  </a:lnTo>
                  <a:lnTo>
                    <a:pt x="235670" y="227131"/>
                  </a:lnTo>
                  <a:lnTo>
                    <a:pt x="235670" y="-233"/>
                  </a:lnTo>
                  <a:close/>
                </a:path>
              </a:pathLst>
            </a:custGeom>
            <a:solidFill>
              <a:srgbClr val="231F20"/>
            </a:solidFill>
            <a:ln w="9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F8BC4FB-86F2-4095-A2C6-B1D0BC7FFF0A}"/>
                </a:ext>
              </a:extLst>
            </p:cNvPr>
            <p:cNvSpPr/>
            <p:nvPr/>
          </p:nvSpPr>
          <p:spPr>
            <a:xfrm>
              <a:off x="3856449" y="5827361"/>
              <a:ext cx="236679" cy="296912"/>
            </a:xfrm>
            <a:custGeom>
              <a:avLst/>
              <a:gdLst>
                <a:gd name="connsiteX0" fmla="*/ 205011 w 236679"/>
                <a:gd name="connsiteY0" fmla="*/ 39651 h 296912"/>
                <a:gd name="connsiteX1" fmla="*/ 205011 w 236679"/>
                <a:gd name="connsiteY1" fmla="*/ 212571 h 296912"/>
                <a:gd name="connsiteX2" fmla="*/ 30644 w 236679"/>
                <a:gd name="connsiteY2" fmla="*/ 256796 h 296912"/>
                <a:gd name="connsiteX3" fmla="*/ 30644 w 236679"/>
                <a:gd name="connsiteY3" fmla="*/ 84237 h 296912"/>
                <a:gd name="connsiteX4" fmla="*/ 205011 w 236679"/>
                <a:gd name="connsiteY4" fmla="*/ 40012 h 296912"/>
                <a:gd name="connsiteX5" fmla="*/ 236031 w 236679"/>
                <a:gd name="connsiteY5" fmla="*/ 129 h 296912"/>
                <a:gd name="connsiteX6" fmla="*/ 197143 w 236679"/>
                <a:gd name="connsiteY6" fmla="*/ 9534 h 296912"/>
                <a:gd name="connsiteX7" fmla="*/ 22775 w 236679"/>
                <a:gd name="connsiteY7" fmla="*/ 53759 h 296912"/>
                <a:gd name="connsiteX8" fmla="*/ -648 w 236679"/>
                <a:gd name="connsiteY8" fmla="*/ 59728 h 296912"/>
                <a:gd name="connsiteX9" fmla="*/ -648 w 236679"/>
                <a:gd name="connsiteY9" fmla="*/ 296679 h 296912"/>
                <a:gd name="connsiteX10" fmla="*/ 37970 w 236679"/>
                <a:gd name="connsiteY10" fmla="*/ 286822 h 296912"/>
                <a:gd name="connsiteX11" fmla="*/ 212336 w 236679"/>
                <a:gd name="connsiteY11" fmla="*/ 242597 h 296912"/>
                <a:gd name="connsiteX12" fmla="*/ 235760 w 236679"/>
                <a:gd name="connsiteY12" fmla="*/ 236718 h 296912"/>
                <a:gd name="connsiteX13" fmla="*/ 235760 w 236679"/>
                <a:gd name="connsiteY13" fmla="*/ -233 h 2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679" h="296912">
                  <a:moveTo>
                    <a:pt x="205011" y="39651"/>
                  </a:moveTo>
                  <a:lnTo>
                    <a:pt x="205011" y="212571"/>
                  </a:lnTo>
                  <a:lnTo>
                    <a:pt x="30644" y="256796"/>
                  </a:lnTo>
                  <a:lnTo>
                    <a:pt x="30644" y="84237"/>
                  </a:lnTo>
                  <a:lnTo>
                    <a:pt x="205011" y="40012"/>
                  </a:lnTo>
                  <a:moveTo>
                    <a:pt x="236031" y="129"/>
                  </a:moveTo>
                  <a:lnTo>
                    <a:pt x="197143" y="9534"/>
                  </a:lnTo>
                  <a:lnTo>
                    <a:pt x="22775" y="53759"/>
                  </a:lnTo>
                  <a:lnTo>
                    <a:pt x="-648" y="59728"/>
                  </a:lnTo>
                  <a:lnTo>
                    <a:pt x="-648" y="296679"/>
                  </a:lnTo>
                  <a:lnTo>
                    <a:pt x="37970" y="286822"/>
                  </a:lnTo>
                  <a:lnTo>
                    <a:pt x="212336" y="242597"/>
                  </a:lnTo>
                  <a:lnTo>
                    <a:pt x="235760" y="236718"/>
                  </a:lnTo>
                  <a:lnTo>
                    <a:pt x="235760" y="-233"/>
                  </a:lnTo>
                  <a:close/>
                </a:path>
              </a:pathLst>
            </a:custGeom>
            <a:solidFill>
              <a:srgbClr val="231F20"/>
            </a:solidFill>
            <a:ln w="9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D507EB5-DE6A-444E-B2E3-3EE543796A77}"/>
                </a:ext>
              </a:extLst>
            </p:cNvPr>
            <p:cNvSpPr/>
            <p:nvPr/>
          </p:nvSpPr>
          <p:spPr>
            <a:xfrm>
              <a:off x="3567087" y="5836225"/>
              <a:ext cx="236411" cy="282460"/>
            </a:xfrm>
            <a:custGeom>
              <a:avLst/>
              <a:gdLst>
                <a:gd name="connsiteX0" fmla="*/ 117512 w 236411"/>
                <a:gd name="connsiteY0" fmla="*/ 30787 h 282460"/>
                <a:gd name="connsiteX1" fmla="*/ 204696 w 236411"/>
                <a:gd name="connsiteY1" fmla="*/ 117790 h 282460"/>
                <a:gd name="connsiteX2" fmla="*/ 204696 w 236411"/>
                <a:gd name="connsiteY2" fmla="*/ 117880 h 282460"/>
                <a:gd name="connsiteX3" fmla="*/ 204696 w 236411"/>
                <a:gd name="connsiteY3" fmla="*/ 160749 h 282460"/>
                <a:gd name="connsiteX4" fmla="*/ 120361 w 236411"/>
                <a:gd name="connsiteY4" fmla="*/ 250691 h 282460"/>
                <a:gd name="connsiteX5" fmla="*/ 30419 w 236411"/>
                <a:gd name="connsiteY5" fmla="*/ 166365 h 282460"/>
                <a:gd name="connsiteX6" fmla="*/ 30419 w 236411"/>
                <a:gd name="connsiteY6" fmla="*/ 160749 h 282460"/>
                <a:gd name="connsiteX7" fmla="*/ 30419 w 236411"/>
                <a:gd name="connsiteY7" fmla="*/ 117880 h 282460"/>
                <a:gd name="connsiteX8" fmla="*/ 117512 w 236411"/>
                <a:gd name="connsiteY8" fmla="*/ 30787 h 282460"/>
                <a:gd name="connsiteX9" fmla="*/ 117512 w 236411"/>
                <a:gd name="connsiteY9" fmla="*/ -233 h 282460"/>
                <a:gd name="connsiteX10" fmla="*/ -602 w 236411"/>
                <a:gd name="connsiteY10" fmla="*/ 117880 h 282460"/>
                <a:gd name="connsiteX11" fmla="*/ -602 w 236411"/>
                <a:gd name="connsiteY11" fmla="*/ 160749 h 282460"/>
                <a:gd name="connsiteX12" fmla="*/ 114292 w 236411"/>
                <a:gd name="connsiteY12" fmla="*/ 282182 h 282460"/>
                <a:gd name="connsiteX13" fmla="*/ 235716 w 236411"/>
                <a:gd name="connsiteY13" fmla="*/ 167288 h 282460"/>
                <a:gd name="connsiteX14" fmla="*/ 235716 w 236411"/>
                <a:gd name="connsiteY14" fmla="*/ 160749 h 282460"/>
                <a:gd name="connsiteX15" fmla="*/ 235716 w 236411"/>
                <a:gd name="connsiteY15" fmla="*/ 117880 h 282460"/>
                <a:gd name="connsiteX16" fmla="*/ 117512 w 236411"/>
                <a:gd name="connsiteY16" fmla="*/ -233 h 28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411" h="282460">
                  <a:moveTo>
                    <a:pt x="117512" y="30787"/>
                  </a:moveTo>
                  <a:cubicBezTo>
                    <a:pt x="165607" y="30742"/>
                    <a:pt x="204641" y="69694"/>
                    <a:pt x="204696" y="117790"/>
                  </a:cubicBezTo>
                  <a:cubicBezTo>
                    <a:pt x="204696" y="117817"/>
                    <a:pt x="204696" y="117853"/>
                    <a:pt x="204696" y="117880"/>
                  </a:cubicBezTo>
                  <a:lnTo>
                    <a:pt x="204696" y="160749"/>
                  </a:lnTo>
                  <a:cubicBezTo>
                    <a:pt x="206242" y="208871"/>
                    <a:pt x="168492" y="249144"/>
                    <a:pt x="120361" y="250691"/>
                  </a:cubicBezTo>
                  <a:cubicBezTo>
                    <a:pt x="72238" y="252246"/>
                    <a:pt x="31965" y="214488"/>
                    <a:pt x="30419" y="166365"/>
                  </a:cubicBezTo>
                  <a:cubicBezTo>
                    <a:pt x="30355" y="164493"/>
                    <a:pt x="30355" y="162620"/>
                    <a:pt x="30419" y="160749"/>
                  </a:cubicBezTo>
                  <a:lnTo>
                    <a:pt x="30419" y="117880"/>
                  </a:lnTo>
                  <a:cubicBezTo>
                    <a:pt x="30419" y="69785"/>
                    <a:pt x="69416" y="30787"/>
                    <a:pt x="117512" y="30787"/>
                  </a:cubicBezTo>
                  <a:moveTo>
                    <a:pt x="117512" y="-233"/>
                  </a:moveTo>
                  <a:cubicBezTo>
                    <a:pt x="52323" y="-134"/>
                    <a:pt x="-503" y="52692"/>
                    <a:pt x="-602" y="117880"/>
                  </a:cubicBezTo>
                  <a:lnTo>
                    <a:pt x="-602" y="160749"/>
                  </a:lnTo>
                  <a:cubicBezTo>
                    <a:pt x="-2411" y="226010"/>
                    <a:pt x="49031" y="280373"/>
                    <a:pt x="114292" y="282182"/>
                  </a:cubicBezTo>
                  <a:cubicBezTo>
                    <a:pt x="179544" y="283981"/>
                    <a:pt x="233907" y="232549"/>
                    <a:pt x="235716" y="167288"/>
                  </a:cubicBezTo>
                  <a:cubicBezTo>
                    <a:pt x="235779" y="165108"/>
                    <a:pt x="235779" y="162928"/>
                    <a:pt x="235716" y="160749"/>
                  </a:cubicBezTo>
                  <a:lnTo>
                    <a:pt x="235716" y="117880"/>
                  </a:lnTo>
                  <a:cubicBezTo>
                    <a:pt x="235616" y="52655"/>
                    <a:pt x="182737" y="-179"/>
                    <a:pt x="117512" y="-233"/>
                  </a:cubicBezTo>
                  <a:close/>
                </a:path>
              </a:pathLst>
            </a:custGeom>
            <a:solidFill>
              <a:srgbClr val="231F20"/>
            </a:solidFill>
            <a:ln w="9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5F4DC80-34F2-454A-84F6-2918E195B923}"/>
                </a:ext>
              </a:extLst>
            </p:cNvPr>
            <p:cNvSpPr/>
            <p:nvPr/>
          </p:nvSpPr>
          <p:spPr>
            <a:xfrm>
              <a:off x="4638850" y="5612842"/>
              <a:ext cx="284608" cy="423544"/>
            </a:xfrm>
            <a:custGeom>
              <a:avLst/>
              <a:gdLst>
                <a:gd name="connsiteX0" fmla="*/ 120892 w 284608"/>
                <a:gd name="connsiteY0" fmla="*/ 422296 h 423544"/>
                <a:gd name="connsiteX1" fmla="*/ 17882 w 284608"/>
                <a:gd name="connsiteY1" fmla="*/ 392451 h 423544"/>
                <a:gd name="connsiteX2" fmla="*/ -206 w 284608"/>
                <a:gd name="connsiteY2" fmla="*/ 363058 h 423544"/>
                <a:gd name="connsiteX3" fmla="*/ 64458 w 284608"/>
                <a:gd name="connsiteY3" fmla="*/ 16042 h 423544"/>
                <a:gd name="connsiteX4" fmla="*/ 89130 w 284608"/>
                <a:gd name="connsiteY4" fmla="*/ 252 h 423544"/>
                <a:gd name="connsiteX5" fmla="*/ 90414 w 284608"/>
                <a:gd name="connsiteY5" fmla="*/ 578 h 423544"/>
                <a:gd name="connsiteX6" fmla="*/ 268942 w 284608"/>
                <a:gd name="connsiteY6" fmla="*/ 52309 h 423544"/>
                <a:gd name="connsiteX7" fmla="*/ 283131 w 284608"/>
                <a:gd name="connsiteY7" fmla="*/ 78075 h 423544"/>
                <a:gd name="connsiteX8" fmla="*/ 282688 w 284608"/>
                <a:gd name="connsiteY8" fmla="*/ 79440 h 423544"/>
                <a:gd name="connsiteX9" fmla="*/ 151823 w 284608"/>
                <a:gd name="connsiteY9" fmla="*/ 407283 h 423544"/>
                <a:gd name="connsiteX10" fmla="*/ 120892 w 284608"/>
                <a:gd name="connsiteY10" fmla="*/ 422296 h 42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4608" h="423544">
                  <a:moveTo>
                    <a:pt x="120892" y="422296"/>
                  </a:moveTo>
                  <a:lnTo>
                    <a:pt x="17882" y="392451"/>
                  </a:lnTo>
                  <a:cubicBezTo>
                    <a:pt x="5184" y="388770"/>
                    <a:pt x="-2639" y="376055"/>
                    <a:pt x="-206" y="363058"/>
                  </a:cubicBezTo>
                  <a:lnTo>
                    <a:pt x="64458" y="16042"/>
                  </a:lnTo>
                  <a:cubicBezTo>
                    <a:pt x="66909" y="4873"/>
                    <a:pt x="77951" y="-2199"/>
                    <a:pt x="89130" y="252"/>
                  </a:cubicBezTo>
                  <a:cubicBezTo>
                    <a:pt x="89555" y="342"/>
                    <a:pt x="89989" y="451"/>
                    <a:pt x="90414" y="578"/>
                  </a:cubicBezTo>
                  <a:lnTo>
                    <a:pt x="268942" y="52309"/>
                  </a:lnTo>
                  <a:cubicBezTo>
                    <a:pt x="279975" y="55501"/>
                    <a:pt x="286333" y="67041"/>
                    <a:pt x="283131" y="78075"/>
                  </a:cubicBezTo>
                  <a:cubicBezTo>
                    <a:pt x="283005" y="78536"/>
                    <a:pt x="282851" y="78988"/>
                    <a:pt x="282688" y="79440"/>
                  </a:cubicBezTo>
                  <a:lnTo>
                    <a:pt x="151823" y="407283"/>
                  </a:lnTo>
                  <a:cubicBezTo>
                    <a:pt x="146876" y="419465"/>
                    <a:pt x="133527" y="425950"/>
                    <a:pt x="120892" y="422296"/>
                  </a:cubicBezTo>
                  <a:close/>
                </a:path>
              </a:pathLst>
            </a:custGeom>
            <a:noFill/>
            <a:ln w="30993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87B3EDA-252B-482B-B33F-61ED6B71FDD8}"/>
                </a:ext>
              </a:extLst>
            </p:cNvPr>
            <p:cNvSpPr/>
            <p:nvPr/>
          </p:nvSpPr>
          <p:spPr>
            <a:xfrm>
              <a:off x="4969608" y="5745647"/>
              <a:ext cx="258584" cy="418608"/>
            </a:xfrm>
            <a:custGeom>
              <a:avLst/>
              <a:gdLst>
                <a:gd name="connsiteX0" fmla="*/ 237267 w 258584"/>
                <a:gd name="connsiteY0" fmla="*/ 396933 h 418608"/>
                <a:gd name="connsiteX1" fmla="*/ 132086 w 258584"/>
                <a:gd name="connsiteY1" fmla="*/ 417915 h 418608"/>
                <a:gd name="connsiteX2" fmla="*/ 102512 w 258584"/>
                <a:gd name="connsiteY2" fmla="*/ 399827 h 418608"/>
                <a:gd name="connsiteX3" fmla="*/ 44 w 258584"/>
                <a:gd name="connsiteY3" fmla="*/ 61946 h 418608"/>
                <a:gd name="connsiteX4" fmla="*/ 14768 w 258584"/>
                <a:gd name="connsiteY4" fmla="*/ 36632 h 418608"/>
                <a:gd name="connsiteX5" fmla="*/ 15961 w 258584"/>
                <a:gd name="connsiteY5" fmla="*/ 36351 h 418608"/>
                <a:gd name="connsiteX6" fmla="*/ 198287 w 258584"/>
                <a:gd name="connsiteY6" fmla="*/ 176 h 418608"/>
                <a:gd name="connsiteX7" fmla="*/ 222670 w 258584"/>
                <a:gd name="connsiteY7" fmla="*/ 16410 h 418608"/>
                <a:gd name="connsiteX8" fmla="*/ 222887 w 258584"/>
                <a:gd name="connsiteY8" fmla="*/ 17721 h 418608"/>
                <a:gd name="connsiteX9" fmla="*/ 257796 w 258584"/>
                <a:gd name="connsiteY9" fmla="*/ 369078 h 418608"/>
                <a:gd name="connsiteX10" fmla="*/ 237267 w 258584"/>
                <a:gd name="connsiteY10" fmla="*/ 396933 h 418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584" h="418608">
                  <a:moveTo>
                    <a:pt x="237267" y="396933"/>
                  </a:moveTo>
                  <a:lnTo>
                    <a:pt x="132086" y="417915"/>
                  </a:lnTo>
                  <a:cubicBezTo>
                    <a:pt x="119044" y="420402"/>
                    <a:pt x="106238" y="412580"/>
                    <a:pt x="102512" y="399827"/>
                  </a:cubicBezTo>
                  <a:lnTo>
                    <a:pt x="44" y="61946"/>
                  </a:lnTo>
                  <a:cubicBezTo>
                    <a:pt x="-2877" y="50885"/>
                    <a:pt x="3716" y="39553"/>
                    <a:pt x="14768" y="36632"/>
                  </a:cubicBezTo>
                  <a:cubicBezTo>
                    <a:pt x="15165" y="36524"/>
                    <a:pt x="15563" y="36433"/>
                    <a:pt x="15961" y="36351"/>
                  </a:cubicBezTo>
                  <a:lnTo>
                    <a:pt x="198287" y="176"/>
                  </a:lnTo>
                  <a:cubicBezTo>
                    <a:pt x="209502" y="-2076"/>
                    <a:pt x="220418" y="5195"/>
                    <a:pt x="222670" y="16410"/>
                  </a:cubicBezTo>
                  <a:cubicBezTo>
                    <a:pt x="222751" y="16844"/>
                    <a:pt x="222823" y="17278"/>
                    <a:pt x="222887" y="17721"/>
                  </a:cubicBezTo>
                  <a:lnTo>
                    <a:pt x="257796" y="369078"/>
                  </a:lnTo>
                  <a:cubicBezTo>
                    <a:pt x="259171" y="382273"/>
                    <a:pt x="250272" y="394347"/>
                    <a:pt x="237267" y="396933"/>
                  </a:cubicBezTo>
                  <a:close/>
                </a:path>
              </a:pathLst>
            </a:custGeom>
            <a:noFill/>
            <a:ln w="30993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62FA5EC-94C9-4A61-9C75-5E19CCA5226F}"/>
                </a:ext>
              </a:extLst>
            </p:cNvPr>
            <p:cNvSpPr/>
            <p:nvPr/>
          </p:nvSpPr>
          <p:spPr>
            <a:xfrm>
              <a:off x="4978802" y="5443627"/>
              <a:ext cx="51640" cy="122364"/>
            </a:xfrm>
            <a:custGeom>
              <a:avLst/>
              <a:gdLst>
                <a:gd name="connsiteX0" fmla="*/ 51641 w 51640"/>
                <a:gd name="connsiteY0" fmla="*/ 0 h 122364"/>
                <a:gd name="connsiteX1" fmla="*/ 0 w 51640"/>
                <a:gd name="connsiteY1" fmla="*/ 122364 h 122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640" h="122364">
                  <a:moveTo>
                    <a:pt x="51641" y="0"/>
                  </a:moveTo>
                  <a:lnTo>
                    <a:pt x="0" y="122364"/>
                  </a:lnTo>
                </a:path>
              </a:pathLst>
            </a:custGeom>
            <a:ln w="30993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94D2A4-575C-4CA9-BCD2-DC44F258C1CE}"/>
                </a:ext>
              </a:extLst>
            </p:cNvPr>
            <p:cNvSpPr/>
            <p:nvPr/>
          </p:nvSpPr>
          <p:spPr>
            <a:xfrm>
              <a:off x="4841153" y="5499428"/>
              <a:ext cx="57157" cy="70180"/>
            </a:xfrm>
            <a:custGeom>
              <a:avLst/>
              <a:gdLst>
                <a:gd name="connsiteX0" fmla="*/ 57158 w 57157"/>
                <a:gd name="connsiteY0" fmla="*/ 70181 h 70180"/>
                <a:gd name="connsiteX1" fmla="*/ 0 w 57157"/>
                <a:gd name="connsiteY1" fmla="*/ 0 h 7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157" h="70180">
                  <a:moveTo>
                    <a:pt x="57158" y="70181"/>
                  </a:moveTo>
                  <a:lnTo>
                    <a:pt x="0" y="0"/>
                  </a:lnTo>
                </a:path>
              </a:pathLst>
            </a:custGeom>
            <a:ln w="30993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C550933-7DB3-4B92-BA3A-402B7153AD6C}"/>
                </a:ext>
              </a:extLst>
            </p:cNvPr>
            <p:cNvSpPr/>
            <p:nvPr/>
          </p:nvSpPr>
          <p:spPr>
            <a:xfrm>
              <a:off x="5022936" y="5611844"/>
              <a:ext cx="90801" cy="12028"/>
            </a:xfrm>
            <a:custGeom>
              <a:avLst/>
              <a:gdLst>
                <a:gd name="connsiteX0" fmla="*/ 90801 w 90801"/>
                <a:gd name="connsiteY0" fmla="*/ 0 h 12028"/>
                <a:gd name="connsiteX1" fmla="*/ 0 w 90801"/>
                <a:gd name="connsiteY1" fmla="*/ 12028 h 1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801" h="12028">
                  <a:moveTo>
                    <a:pt x="90801" y="0"/>
                  </a:moveTo>
                  <a:lnTo>
                    <a:pt x="0" y="12028"/>
                  </a:lnTo>
                </a:path>
              </a:pathLst>
            </a:custGeom>
            <a:ln w="30993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03C3C1F-49E0-412D-A5C7-D51CFE37A741}"/>
                </a:ext>
              </a:extLst>
            </p:cNvPr>
            <p:cNvSpPr/>
            <p:nvPr/>
          </p:nvSpPr>
          <p:spPr>
            <a:xfrm>
              <a:off x="6993163" y="985507"/>
              <a:ext cx="251959" cy="271318"/>
            </a:xfrm>
            <a:custGeom>
              <a:avLst/>
              <a:gdLst>
                <a:gd name="connsiteX0" fmla="*/ 138172 w 251959"/>
                <a:gd name="connsiteY0" fmla="*/ -233 h 271318"/>
                <a:gd name="connsiteX1" fmla="*/ 2513 w 251959"/>
                <a:gd name="connsiteY1" fmla="*/ 234909 h 271318"/>
                <a:gd name="connsiteX2" fmla="*/ 11647 w 251959"/>
                <a:gd name="connsiteY2" fmla="*/ 267937 h 271318"/>
                <a:gd name="connsiteX3" fmla="*/ 23495 w 251959"/>
                <a:gd name="connsiteY3" fmla="*/ 271085 h 271318"/>
                <a:gd name="connsiteX4" fmla="*/ 251311 w 251959"/>
                <a:gd name="connsiteY4" fmla="*/ 271085 h 27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959" h="271318">
                  <a:moveTo>
                    <a:pt x="138172" y="-233"/>
                  </a:moveTo>
                  <a:lnTo>
                    <a:pt x="2513" y="234909"/>
                  </a:lnTo>
                  <a:cubicBezTo>
                    <a:pt x="-4090" y="246558"/>
                    <a:pt x="-19" y="261344"/>
                    <a:pt x="11647" y="267937"/>
                  </a:cubicBezTo>
                  <a:cubicBezTo>
                    <a:pt x="15264" y="269981"/>
                    <a:pt x="19335" y="271067"/>
                    <a:pt x="23495" y="271085"/>
                  </a:cubicBezTo>
                  <a:lnTo>
                    <a:pt x="251311" y="271085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CD42DFE-F015-42CD-B032-30C9AA89EFB6}"/>
                </a:ext>
              </a:extLst>
            </p:cNvPr>
            <p:cNvSpPr/>
            <p:nvPr/>
          </p:nvSpPr>
          <p:spPr>
            <a:xfrm>
              <a:off x="7178921" y="676113"/>
              <a:ext cx="313101" cy="265802"/>
            </a:xfrm>
            <a:custGeom>
              <a:avLst/>
              <a:gdLst>
                <a:gd name="connsiteX0" fmla="*/ 312453 w 313101"/>
                <a:gd name="connsiteY0" fmla="*/ 265569 h 265802"/>
                <a:gd name="connsiteX1" fmla="*/ 165942 w 313101"/>
                <a:gd name="connsiteY1" fmla="*/ 11887 h 265802"/>
                <a:gd name="connsiteX2" fmla="*/ 132931 w 313101"/>
                <a:gd name="connsiteY2" fmla="*/ 2979 h 265802"/>
                <a:gd name="connsiteX3" fmla="*/ 124068 w 313101"/>
                <a:gd name="connsiteY3" fmla="*/ 11887 h 265802"/>
                <a:gd name="connsiteX4" fmla="*/ -648 w 313101"/>
                <a:gd name="connsiteY4" fmla="*/ 227766 h 2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101" h="265802">
                  <a:moveTo>
                    <a:pt x="312453" y="265569"/>
                  </a:moveTo>
                  <a:lnTo>
                    <a:pt x="165942" y="11887"/>
                  </a:lnTo>
                  <a:cubicBezTo>
                    <a:pt x="159338" y="320"/>
                    <a:pt x="144507" y="-3660"/>
                    <a:pt x="132931" y="2979"/>
                  </a:cubicBezTo>
                  <a:cubicBezTo>
                    <a:pt x="129313" y="5113"/>
                    <a:pt x="126238" y="8179"/>
                    <a:pt x="124068" y="11887"/>
                  </a:cubicBezTo>
                  <a:lnTo>
                    <a:pt x="-648" y="227766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65A87A7-C9C6-4C70-9454-9F431B5E56C0}"/>
                </a:ext>
              </a:extLst>
            </p:cNvPr>
            <p:cNvSpPr/>
            <p:nvPr/>
          </p:nvSpPr>
          <p:spPr>
            <a:xfrm>
              <a:off x="7336195" y="1024668"/>
              <a:ext cx="319703" cy="232067"/>
            </a:xfrm>
            <a:custGeom>
              <a:avLst/>
              <a:gdLst>
                <a:gd name="connsiteX0" fmla="*/ -648 w 319703"/>
                <a:gd name="connsiteY0" fmla="*/ 231834 h 232067"/>
                <a:gd name="connsiteX1" fmla="*/ 294998 w 319703"/>
                <a:gd name="connsiteY1" fmla="*/ 231834 h 232067"/>
                <a:gd name="connsiteX2" fmla="*/ 319055 w 319703"/>
                <a:gd name="connsiteY2" fmla="*/ 207397 h 232067"/>
                <a:gd name="connsiteX3" fmla="*/ 315890 w 319703"/>
                <a:gd name="connsiteY3" fmla="*/ 195658 h 232067"/>
                <a:gd name="connsiteX4" fmla="*/ 202750 w 319703"/>
                <a:gd name="connsiteY4" fmla="*/ -233 h 2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703" h="232067">
                  <a:moveTo>
                    <a:pt x="-648" y="231834"/>
                  </a:moveTo>
                  <a:lnTo>
                    <a:pt x="294998" y="231834"/>
                  </a:lnTo>
                  <a:cubicBezTo>
                    <a:pt x="308384" y="231726"/>
                    <a:pt x="319145" y="220783"/>
                    <a:pt x="319055" y="207397"/>
                  </a:cubicBezTo>
                  <a:cubicBezTo>
                    <a:pt x="318964" y="203282"/>
                    <a:pt x="317879" y="199240"/>
                    <a:pt x="315890" y="195658"/>
                  </a:cubicBezTo>
                  <a:lnTo>
                    <a:pt x="202750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03A99CC-95E5-4ABC-9251-921532B3AF95}"/>
                </a:ext>
              </a:extLst>
            </p:cNvPr>
            <p:cNvSpPr/>
            <p:nvPr/>
          </p:nvSpPr>
          <p:spPr>
            <a:xfrm>
              <a:off x="7319780" y="1187187"/>
              <a:ext cx="65613" cy="139367"/>
            </a:xfrm>
            <a:custGeom>
              <a:avLst/>
              <a:gdLst>
                <a:gd name="connsiteX0" fmla="*/ 64965 w 65613"/>
                <a:gd name="connsiteY0" fmla="*/ 139134 h 139367"/>
                <a:gd name="connsiteX1" fmla="*/ 2201 w 65613"/>
                <a:gd name="connsiteY1" fmla="*/ 76369 h 139367"/>
                <a:gd name="connsiteX2" fmla="*/ 2201 w 65613"/>
                <a:gd name="connsiteY2" fmla="*/ 62531 h 139367"/>
                <a:gd name="connsiteX3" fmla="*/ 64965 w 65613"/>
                <a:gd name="connsiteY3" fmla="*/ -233 h 1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139367">
                  <a:moveTo>
                    <a:pt x="64965" y="139134"/>
                  </a:moveTo>
                  <a:lnTo>
                    <a:pt x="2201" y="76369"/>
                  </a:lnTo>
                  <a:cubicBezTo>
                    <a:pt x="-1598" y="72534"/>
                    <a:pt x="-1598" y="66366"/>
                    <a:pt x="2201" y="62531"/>
                  </a:cubicBezTo>
                  <a:lnTo>
                    <a:pt x="64965" y="-23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20E1308-0FDF-450E-B1AE-76256F23827E}"/>
                </a:ext>
              </a:extLst>
            </p:cNvPr>
            <p:cNvSpPr/>
            <p:nvPr/>
          </p:nvSpPr>
          <p:spPr>
            <a:xfrm>
              <a:off x="7048507" y="972456"/>
              <a:ext cx="116215" cy="90738"/>
            </a:xfrm>
            <a:custGeom>
              <a:avLst/>
              <a:gdLst>
                <a:gd name="connsiteX0" fmla="*/ -648 w 116215"/>
                <a:gd name="connsiteY0" fmla="*/ 21500 h 90738"/>
                <a:gd name="connsiteX1" fmla="*/ 82828 w 116215"/>
                <a:gd name="connsiteY1" fmla="*/ 157 h 90738"/>
                <a:gd name="connsiteX2" fmla="*/ 94133 w 116215"/>
                <a:gd name="connsiteY2" fmla="*/ 6198 h 90738"/>
                <a:gd name="connsiteX3" fmla="*/ 94313 w 116215"/>
                <a:gd name="connsiteY3" fmla="*/ 7030 h 90738"/>
                <a:gd name="connsiteX4" fmla="*/ 115567 w 116215"/>
                <a:gd name="connsiteY4" fmla="*/ 90505 h 90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5" h="90738">
                  <a:moveTo>
                    <a:pt x="-648" y="21500"/>
                  </a:moveTo>
                  <a:lnTo>
                    <a:pt x="82828" y="157"/>
                  </a:lnTo>
                  <a:cubicBezTo>
                    <a:pt x="87621" y="-1290"/>
                    <a:pt x="92686" y="1414"/>
                    <a:pt x="94133" y="6198"/>
                  </a:cubicBezTo>
                  <a:cubicBezTo>
                    <a:pt x="94223" y="6469"/>
                    <a:pt x="94223" y="6749"/>
                    <a:pt x="94313" y="7030"/>
                  </a:cubicBezTo>
                  <a:lnTo>
                    <a:pt x="115567" y="90505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A50C6E3-CC24-4D06-AB98-0935A0DFBD2F}"/>
                </a:ext>
              </a:extLst>
            </p:cNvPr>
            <p:cNvSpPr/>
            <p:nvPr/>
          </p:nvSpPr>
          <p:spPr>
            <a:xfrm>
              <a:off x="7415781" y="871192"/>
              <a:ext cx="111331" cy="82910"/>
            </a:xfrm>
            <a:custGeom>
              <a:avLst/>
              <a:gdLst>
                <a:gd name="connsiteX0" fmla="*/ 110683 w 111331"/>
                <a:gd name="connsiteY0" fmla="*/ -233 h 82910"/>
                <a:gd name="connsiteX1" fmla="*/ 87079 w 111331"/>
                <a:gd name="connsiteY1" fmla="*/ 76459 h 82910"/>
                <a:gd name="connsiteX2" fmla="*/ 76045 w 111331"/>
                <a:gd name="connsiteY2" fmla="*/ 82338 h 82910"/>
                <a:gd name="connsiteX3" fmla="*/ -648 w 111331"/>
                <a:gd name="connsiteY3" fmla="*/ 58643 h 8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331" h="82910">
                  <a:moveTo>
                    <a:pt x="110683" y="-233"/>
                  </a:moveTo>
                  <a:lnTo>
                    <a:pt x="87079" y="76459"/>
                  </a:lnTo>
                  <a:cubicBezTo>
                    <a:pt x="85541" y="81054"/>
                    <a:pt x="80747" y="83649"/>
                    <a:pt x="76045" y="82338"/>
                  </a:cubicBezTo>
                  <a:lnTo>
                    <a:pt x="-648" y="58643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4303C74-1766-4024-9213-3C661F86B82C}"/>
                </a:ext>
              </a:extLst>
            </p:cNvPr>
            <p:cNvSpPr/>
            <p:nvPr/>
          </p:nvSpPr>
          <p:spPr>
            <a:xfrm>
              <a:off x="6925328" y="5651909"/>
              <a:ext cx="798489" cy="403450"/>
            </a:xfrm>
            <a:custGeom>
              <a:avLst/>
              <a:gdLst>
                <a:gd name="connsiteX0" fmla="*/ 739779 w 798489"/>
                <a:gd name="connsiteY0" fmla="*/ 403217 h 403450"/>
                <a:gd name="connsiteX1" fmla="*/ 797841 w 798489"/>
                <a:gd name="connsiteY1" fmla="*/ 403217 h 403450"/>
                <a:gd name="connsiteX2" fmla="*/ 797841 w 798489"/>
                <a:gd name="connsiteY2" fmla="*/ 280671 h 403450"/>
                <a:gd name="connsiteX3" fmla="*/ 762751 w 798489"/>
                <a:gd name="connsiteY3" fmla="*/ 245581 h 403450"/>
                <a:gd name="connsiteX4" fmla="*/ 643009 w 798489"/>
                <a:gd name="connsiteY4" fmla="*/ 245581 h 403450"/>
                <a:gd name="connsiteX5" fmla="*/ 601226 w 798489"/>
                <a:gd name="connsiteY5" fmla="*/ 161291 h 403450"/>
                <a:gd name="connsiteX6" fmla="*/ 491161 w 798489"/>
                <a:gd name="connsiteY6" fmla="*/ 161291 h 403450"/>
                <a:gd name="connsiteX7" fmla="*/ 491161 w 798489"/>
                <a:gd name="connsiteY7" fmla="*/ 29430 h 403450"/>
                <a:gd name="connsiteX8" fmla="*/ 461498 w 798489"/>
                <a:gd name="connsiteY8" fmla="*/ -233 h 403450"/>
                <a:gd name="connsiteX9" fmla="*/ 29016 w 798489"/>
                <a:gd name="connsiteY9" fmla="*/ -233 h 403450"/>
                <a:gd name="connsiteX10" fmla="*/ -648 w 798489"/>
                <a:gd name="connsiteY10" fmla="*/ 29430 h 403450"/>
                <a:gd name="connsiteX11" fmla="*/ -648 w 798489"/>
                <a:gd name="connsiteY11" fmla="*/ 403217 h 403450"/>
                <a:gd name="connsiteX12" fmla="*/ 98293 w 798489"/>
                <a:gd name="connsiteY12" fmla="*/ 403217 h 40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98489" h="403450">
                  <a:moveTo>
                    <a:pt x="739779" y="403217"/>
                  </a:moveTo>
                  <a:lnTo>
                    <a:pt x="797841" y="403217"/>
                  </a:lnTo>
                  <a:lnTo>
                    <a:pt x="797841" y="280671"/>
                  </a:lnTo>
                  <a:cubicBezTo>
                    <a:pt x="797841" y="261290"/>
                    <a:pt x="782105" y="245581"/>
                    <a:pt x="762751" y="245581"/>
                  </a:cubicBezTo>
                  <a:lnTo>
                    <a:pt x="643009" y="245581"/>
                  </a:lnTo>
                  <a:lnTo>
                    <a:pt x="601226" y="161291"/>
                  </a:lnTo>
                  <a:lnTo>
                    <a:pt x="491161" y="161291"/>
                  </a:lnTo>
                  <a:lnTo>
                    <a:pt x="491161" y="29430"/>
                  </a:lnTo>
                  <a:cubicBezTo>
                    <a:pt x="491161" y="13043"/>
                    <a:pt x="477867" y="-233"/>
                    <a:pt x="461498" y="-233"/>
                  </a:cubicBezTo>
                  <a:lnTo>
                    <a:pt x="29016" y="-233"/>
                  </a:lnTo>
                  <a:cubicBezTo>
                    <a:pt x="12647" y="-233"/>
                    <a:pt x="-648" y="13052"/>
                    <a:pt x="-648" y="29430"/>
                  </a:cubicBezTo>
                  <a:lnTo>
                    <a:pt x="-648" y="403217"/>
                  </a:lnTo>
                  <a:lnTo>
                    <a:pt x="98293" y="403217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114423E-456A-4A43-ACB8-D2C76235BBB7}"/>
                </a:ext>
              </a:extLst>
            </p:cNvPr>
            <p:cNvSpPr/>
            <p:nvPr/>
          </p:nvSpPr>
          <p:spPr>
            <a:xfrm>
              <a:off x="7233094" y="6055269"/>
              <a:ext cx="322145" cy="9043"/>
            </a:xfrm>
            <a:custGeom>
              <a:avLst/>
              <a:gdLst>
                <a:gd name="connsiteX0" fmla="*/ 0 w 322145"/>
                <a:gd name="connsiteY0" fmla="*/ 0 h 9043"/>
                <a:gd name="connsiteX1" fmla="*/ 322145 w 322145"/>
                <a:gd name="connsiteY1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145" h="9043">
                  <a:moveTo>
                    <a:pt x="0" y="0"/>
                  </a:moveTo>
                  <a:lnTo>
                    <a:pt x="322145" y="0"/>
                  </a:lnTo>
                </a:path>
              </a:pathLst>
            </a:custGeom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DC86BEA-F29A-4E52-BDDB-A7227ED2C81E}"/>
                </a:ext>
              </a:extLst>
            </p:cNvPr>
            <p:cNvSpPr/>
            <p:nvPr/>
          </p:nvSpPr>
          <p:spPr>
            <a:xfrm>
              <a:off x="7024269" y="6000010"/>
              <a:ext cx="110516" cy="110516"/>
            </a:xfrm>
            <a:custGeom>
              <a:avLst/>
              <a:gdLst>
                <a:gd name="connsiteX0" fmla="*/ 110517 w 110516"/>
                <a:gd name="connsiteY0" fmla="*/ 55259 h 110516"/>
                <a:gd name="connsiteX1" fmla="*/ 55258 w 110516"/>
                <a:gd name="connsiteY1" fmla="*/ 110517 h 110516"/>
                <a:gd name="connsiteX2" fmla="*/ 0 w 110516"/>
                <a:gd name="connsiteY2" fmla="*/ 55259 h 110516"/>
                <a:gd name="connsiteX3" fmla="*/ 55258 w 110516"/>
                <a:gd name="connsiteY3" fmla="*/ 0 h 110516"/>
                <a:gd name="connsiteX4" fmla="*/ 110517 w 110516"/>
                <a:gd name="connsiteY4" fmla="*/ 55259 h 11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516" h="110516">
                  <a:moveTo>
                    <a:pt x="110517" y="55259"/>
                  </a:moveTo>
                  <a:cubicBezTo>
                    <a:pt x="110517" y="85777"/>
                    <a:pt x="85777" y="110517"/>
                    <a:pt x="55258" y="110517"/>
                  </a:cubicBezTo>
                  <a:cubicBezTo>
                    <a:pt x="24740" y="110517"/>
                    <a:pt x="0" y="85777"/>
                    <a:pt x="0" y="55259"/>
                  </a:cubicBezTo>
                  <a:cubicBezTo>
                    <a:pt x="0" y="24740"/>
                    <a:pt x="24740" y="0"/>
                    <a:pt x="55258" y="0"/>
                  </a:cubicBezTo>
                  <a:cubicBezTo>
                    <a:pt x="85777" y="0"/>
                    <a:pt x="110517" y="24740"/>
                    <a:pt x="110517" y="55259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5330BCB-E463-4351-9AAA-9ACAE8C36F42}"/>
                </a:ext>
              </a:extLst>
            </p:cNvPr>
            <p:cNvSpPr/>
            <p:nvPr/>
          </p:nvSpPr>
          <p:spPr>
            <a:xfrm>
              <a:off x="7555239" y="6000010"/>
              <a:ext cx="110516" cy="110516"/>
            </a:xfrm>
            <a:custGeom>
              <a:avLst/>
              <a:gdLst>
                <a:gd name="connsiteX0" fmla="*/ 110517 w 110516"/>
                <a:gd name="connsiteY0" fmla="*/ 55259 h 110516"/>
                <a:gd name="connsiteX1" fmla="*/ 55259 w 110516"/>
                <a:gd name="connsiteY1" fmla="*/ 110517 h 110516"/>
                <a:gd name="connsiteX2" fmla="*/ 0 w 110516"/>
                <a:gd name="connsiteY2" fmla="*/ 55259 h 110516"/>
                <a:gd name="connsiteX3" fmla="*/ 55259 w 110516"/>
                <a:gd name="connsiteY3" fmla="*/ 0 h 110516"/>
                <a:gd name="connsiteX4" fmla="*/ 110517 w 110516"/>
                <a:gd name="connsiteY4" fmla="*/ 55259 h 11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516" h="110516">
                  <a:moveTo>
                    <a:pt x="110517" y="55259"/>
                  </a:moveTo>
                  <a:cubicBezTo>
                    <a:pt x="110517" y="85777"/>
                    <a:pt x="85777" y="110517"/>
                    <a:pt x="55259" y="110517"/>
                  </a:cubicBezTo>
                  <a:cubicBezTo>
                    <a:pt x="24740" y="110517"/>
                    <a:pt x="0" y="85777"/>
                    <a:pt x="0" y="55259"/>
                  </a:cubicBezTo>
                  <a:cubicBezTo>
                    <a:pt x="0" y="24740"/>
                    <a:pt x="24740" y="0"/>
                    <a:pt x="55259" y="0"/>
                  </a:cubicBezTo>
                  <a:cubicBezTo>
                    <a:pt x="85777" y="0"/>
                    <a:pt x="110517" y="24740"/>
                    <a:pt x="110517" y="55259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21FAB23-B122-4E33-9429-123C4974EF0F}"/>
                </a:ext>
              </a:extLst>
            </p:cNvPr>
            <p:cNvSpPr/>
            <p:nvPr/>
          </p:nvSpPr>
          <p:spPr>
            <a:xfrm>
              <a:off x="4566308" y="3090665"/>
              <a:ext cx="665091" cy="665091"/>
            </a:xfrm>
            <a:custGeom>
              <a:avLst/>
              <a:gdLst>
                <a:gd name="connsiteX0" fmla="*/ 665091 w 665091"/>
                <a:gd name="connsiteY0" fmla="*/ 332546 h 665091"/>
                <a:gd name="connsiteX1" fmla="*/ 332546 w 665091"/>
                <a:gd name="connsiteY1" fmla="*/ 665091 h 665091"/>
                <a:gd name="connsiteX2" fmla="*/ 0 w 665091"/>
                <a:gd name="connsiteY2" fmla="*/ 332546 h 665091"/>
                <a:gd name="connsiteX3" fmla="*/ 332546 w 665091"/>
                <a:gd name="connsiteY3" fmla="*/ 0 h 665091"/>
                <a:gd name="connsiteX4" fmla="*/ 665091 w 665091"/>
                <a:gd name="connsiteY4" fmla="*/ 332546 h 66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091" h="665091">
                  <a:moveTo>
                    <a:pt x="665091" y="332546"/>
                  </a:moveTo>
                  <a:cubicBezTo>
                    <a:pt x="665091" y="516205"/>
                    <a:pt x="516205" y="665091"/>
                    <a:pt x="332546" y="665091"/>
                  </a:cubicBezTo>
                  <a:cubicBezTo>
                    <a:pt x="148886" y="665091"/>
                    <a:pt x="0" y="516205"/>
                    <a:pt x="0" y="332546"/>
                  </a:cubicBezTo>
                  <a:cubicBezTo>
                    <a:pt x="0" y="148886"/>
                    <a:pt x="148886" y="0"/>
                    <a:pt x="332546" y="0"/>
                  </a:cubicBezTo>
                  <a:cubicBezTo>
                    <a:pt x="516205" y="0"/>
                    <a:pt x="665091" y="148886"/>
                    <a:pt x="665091" y="332546"/>
                  </a:cubicBezTo>
                  <a:close/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25D6C9E-79CC-4070-A88F-508421B4017A}"/>
                </a:ext>
              </a:extLst>
            </p:cNvPr>
            <p:cNvSpPr/>
            <p:nvPr/>
          </p:nvSpPr>
          <p:spPr>
            <a:xfrm>
              <a:off x="4838892" y="3297410"/>
              <a:ext cx="131408" cy="244819"/>
            </a:xfrm>
            <a:custGeom>
              <a:avLst/>
              <a:gdLst>
                <a:gd name="connsiteX0" fmla="*/ 0 w 131408"/>
                <a:gd name="connsiteY0" fmla="*/ 0 h 244819"/>
                <a:gd name="connsiteX1" fmla="*/ 131408 w 131408"/>
                <a:gd name="connsiteY1" fmla="*/ 122455 h 244819"/>
                <a:gd name="connsiteX2" fmla="*/ 0 w 131408"/>
                <a:gd name="connsiteY2" fmla="*/ 244819 h 244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408" h="244819">
                  <a:moveTo>
                    <a:pt x="0" y="0"/>
                  </a:moveTo>
                  <a:lnTo>
                    <a:pt x="131408" y="122455"/>
                  </a:lnTo>
                  <a:lnTo>
                    <a:pt x="0" y="244819"/>
                  </a:lnTo>
                </a:path>
              </a:pathLst>
            </a:custGeom>
            <a:noFill/>
            <a:ln w="33161" cap="rnd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940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40A854D5DEFA4FA28F16BD5ADF8692" ma:contentTypeVersion="20" ma:contentTypeDescription="Create a new document." ma:contentTypeScope="" ma:versionID="a22b0ca4f8f6f0c5c4d93ec8ad3dddae">
  <xsd:schema xmlns:xsd="http://www.w3.org/2001/XMLSchema" xmlns:xs="http://www.w3.org/2001/XMLSchema" xmlns:p="http://schemas.microsoft.com/office/2006/metadata/properties" xmlns:ns2="f2811dc0-4840-4a4e-9e5f-2ab8c8052963" xmlns:ns3="673f38ee-3e59-4839-ba55-f6e4f28b4b99" targetNamespace="http://schemas.microsoft.com/office/2006/metadata/properties" ma:root="true" ma:fieldsID="5c8dab81fac9c444f66d93136243707c" ns2:_="" ns3:_="">
    <xsd:import namespace="f2811dc0-4840-4a4e-9e5f-2ab8c8052963"/>
    <xsd:import namespace="673f38ee-3e59-4839-ba55-f6e4f28b4b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TranslatedLa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11dc0-4840-4a4e-9e5f-2ab8c80529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e2deea9-f698-482e-8f77-105b59b605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TranslatedLang" ma:index="27" nillable="true" ma:displayName="Translated Language" ma:internalName="TranslatedLang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3f38ee-3e59-4839-ba55-f6e4f28b4b9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7094fa1-f839-4670-9253-905c19fb261c}" ma:internalName="TaxCatchAll" ma:showField="CatchAllData" ma:web="673f38ee-3e59-4839-ba55-f6e4f28b4b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3f38ee-3e59-4839-ba55-f6e4f28b4b99" xsi:nil="true"/>
    <lcf76f155ced4ddcb4097134ff3c332f xmlns="f2811dc0-4840-4a4e-9e5f-2ab8c8052963">
      <Terms xmlns="http://schemas.microsoft.com/office/infopath/2007/PartnerControls"/>
    </lcf76f155ced4ddcb4097134ff3c332f>
    <TranslatedLang xmlns="f2811dc0-4840-4a4e-9e5f-2ab8c805296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29BC8F-46AA-4D70-A85F-BE433EAB8BF1}"/>
</file>

<file path=customXml/itemProps2.xml><?xml version="1.0" encoding="utf-8"?>
<ds:datastoreItem xmlns:ds="http://schemas.openxmlformats.org/officeDocument/2006/customXml" ds:itemID="{05D3E124-9B1F-4DEA-911C-ED093598CB3C}">
  <ds:schemaRefs>
    <ds:schemaRef ds:uri="http://schemas.microsoft.com/office/infopath/2007/PartnerControls"/>
    <ds:schemaRef ds:uri="http://www.w3.org/XML/1998/namespace"/>
    <ds:schemaRef ds:uri="http://purl.org/dc/dcmitype/"/>
    <ds:schemaRef ds:uri="d435262a-6827-4f46-b423-5b1051f236b7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330592a2-23c1-4bcf-83bb-f529f0a359ef"/>
  </ds:schemaRefs>
</ds:datastoreItem>
</file>

<file path=customXml/itemProps3.xml><?xml version="1.0" encoding="utf-8"?>
<ds:datastoreItem xmlns:ds="http://schemas.openxmlformats.org/officeDocument/2006/customXml" ds:itemID="{6611E5B9-D310-4259-81CA-74034DA0D1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Zenatti, Ana</dc:creator>
  <cp:lastModifiedBy>Zenatti, Ana</cp:lastModifiedBy>
  <cp:revision>2</cp:revision>
  <dcterms:created xsi:type="dcterms:W3CDTF">2022-02-07T14:09:39Z</dcterms:created>
  <dcterms:modified xsi:type="dcterms:W3CDTF">2024-04-18T13:07:35Z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24a6e2c1-1961-4ceb-98ed-4f85a3e41afe</vt:lpwstr>
  </property>
  <property fmtid="{D5CDD505-2E9C-101B-9397-08002B2CF9AE}" pid="3" name="ContentTypeId">
    <vt:lpwstr>0x0101005D40A854D5DEFA4FA28F16BD5ADF8692</vt:lpwstr>
  </property>
  <property fmtid="{D5CDD505-2E9C-101B-9397-08002B2CF9AE}" pid="4" name="MSIP_Label_68104b14-b53d-46de-9ae8-975cc0e84815_Enabled">
    <vt:lpwstr>true</vt:lpwstr>
  </property>
  <property fmtid="{D5CDD505-2E9C-101B-9397-08002B2CF9AE}" pid="5" name="MSIP_Label_68104b14-b53d-46de-9ae8-975cc0e84815_SetDate">
    <vt:lpwstr>2024-04-18T13:07:34Z</vt:lpwstr>
  </property>
  <property fmtid="{D5CDD505-2E9C-101B-9397-08002B2CF9AE}" pid="6" name="MSIP_Label_68104b14-b53d-46de-9ae8-975cc0e84815_Method">
    <vt:lpwstr>Standard</vt:lpwstr>
  </property>
  <property fmtid="{D5CDD505-2E9C-101B-9397-08002B2CF9AE}" pid="7" name="MSIP_Label_68104b14-b53d-46de-9ae8-975cc0e84815_Name">
    <vt:lpwstr>ABI_MIP_InternalUseOnly</vt:lpwstr>
  </property>
  <property fmtid="{D5CDD505-2E9C-101B-9397-08002B2CF9AE}" pid="8" name="MSIP_Label_68104b14-b53d-46de-9ae8-975cc0e84815_SiteId">
    <vt:lpwstr>cef04b19-7776-4a94-b89b-375c77a8f936</vt:lpwstr>
  </property>
  <property fmtid="{D5CDD505-2E9C-101B-9397-08002B2CF9AE}" pid="9" name="MSIP_Label_68104b14-b53d-46de-9ae8-975cc0e84815_ActionId">
    <vt:lpwstr>17484411-4ee4-4d23-854c-75144fdf73d3</vt:lpwstr>
  </property>
  <property fmtid="{D5CDD505-2E9C-101B-9397-08002B2CF9AE}" pid="10" name="MSIP_Label_68104b14-b53d-46de-9ae8-975cc0e84815_ContentBits">
    <vt:lpwstr>0</vt:lpwstr>
  </property>
  <property fmtid="{D5CDD505-2E9C-101B-9397-08002B2CF9AE}" pid="11" name="MediaServiceImageTags">
    <vt:lpwstr/>
  </property>
</Properties>
</file>